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06_0.xml" ContentType="application/vnd.ms-powerpoint.comments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6" r:id="rId4"/>
    <p:sldId id="258" r:id="rId5"/>
    <p:sldId id="262" r:id="rId6"/>
    <p:sldId id="267" r:id="rId7"/>
    <p:sldId id="264" r:id="rId8"/>
    <p:sldId id="265" r:id="rId9"/>
  </p:sldIdLst>
  <p:sldSz cx="18288000" cy="10287000"/>
  <p:notesSz cx="6858000" cy="9144000"/>
  <p:embeddedFontLst>
    <p:embeddedFont>
      <p:font typeface="Footlight MT Light" panose="020B0604020202020204" charset="0"/>
      <p:regular r:id="rId11"/>
    </p:embeddedFont>
    <p:embeddedFont>
      <p:font typeface="Georgia" panose="02040502050405020303" pitchFamily="18" charset="0"/>
      <p:regular r:id="rId12"/>
      <p:bold r:id="rId13"/>
      <p:italic r:id="rId14"/>
      <p:boldItalic r:id="rId15"/>
    </p:embeddedFont>
    <p:embeddedFont>
      <p:font typeface="Poppins" panose="020B0604020202020204" charset="0"/>
      <p:regular r:id="rId16"/>
      <p:bold r:id="rId17"/>
      <p:italic r:id="rId18"/>
      <p:boldItalic r:id="rId19"/>
    </p:embeddedFont>
    <p:embeddedFont>
      <p:font typeface="Poppins Medium" panose="020B0604020202020204" charset="0"/>
      <p:regular r:id="rId20"/>
      <p: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0055486-83F0-5251-ECCE-BEC2C0BE7BCC}" name="Marcio Pereira De Lima" initials="ML" userId="S::x25143549@student.ncirl.ie::05d8ec01-9b36-4088-8db0-5075e5d99453" providerId="AD"/>
  <p188:author id="{26DD7AAC-4FA1-97A2-7C51-AEE4412AC2E7}" name="Ya Wai Thone" initials="" userId="S::x24264245@student.ncirl.ie::aa5b291d-ce5b-48a4-8a54-9f65e25b7798" providerId="AD"/>
  <p188:author id="{2992BAFB-0684-AD8B-F453-52384AD5EC82}" name="Chanlin Naicker" initials="" userId="S::x24303852@student.ncirl.ie::dce6132d-2646-4493-9e9d-ef5de951a68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F5"/>
    <a:srgbClr val="84130A"/>
    <a:srgbClr val="973735"/>
    <a:srgbClr val="7F2F2D"/>
    <a:srgbClr val="471A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081E8B-BEA0-9DD1-E098-0C6766B3BD13}" v="114" dt="2026-04-22T16:34:34.670"/>
    <p1510:client id="{1AC6E065-93E7-2DA2-39F0-17FB50AED274}" v="1" dt="2026-04-23T19:33:09.288"/>
    <p1510:client id="{2BADE63E-C424-62B1-D2C4-B9E52B45FF54}" v="285" dt="2026-04-23T09:42:53.662"/>
    <p1510:client id="{3E6D0F81-9432-2C89-B26D-1405C11CAE9E}" v="6" dt="2026-04-22T13:09:25.740"/>
    <p1510:client id="{60012C27-7C80-B087-3A26-8DB940C64AF3}" v="5" dt="2026-04-23T15:40:29.314"/>
    <p1510:client id="{6AA9BE85-4429-82B6-7CF3-3EB604E644AF}" v="55" dt="2026-04-23T14:32:51.623"/>
    <p1510:client id="{75DA5004-C6E6-278D-BACA-156A55FCF321}" v="123" dt="2026-04-22T15:57:37.778"/>
    <p1510:client id="{AD7A1F7C-5D42-7CAE-D6FB-5621626C2E87}" v="194" dt="2026-04-23T15:21:23.465"/>
    <p1510:client id="{B6632A8E-B423-5990-9DBA-7E8448A8EEBF}" v="58" dt="2026-04-22T20:19:11.578"/>
    <p1510:client id="{EF69F30A-364D-4DB6-18F5-961DF1B4F88E}" v="1140" dt="2026-04-22T17:42:07.034"/>
    <p1510:client id="{FFC4C117-CB1E-5B2D-8344-7BFCF09024EF}" v="158" dt="2026-04-23T15:40:55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 Wai Thone" userId="S::x24264245@student.ncirl.ie::aa5b291d-ce5b-48a4-8a54-9f65e25b7798" providerId="AD" clId="Web-{60012C27-7C80-B087-3A26-8DB940C64AF3}"/>
    <pc:docChg chg="modSld">
      <pc:chgData name="Ya Wai Thone" userId="S::x24264245@student.ncirl.ie::aa5b291d-ce5b-48a4-8a54-9f65e25b7798" providerId="AD" clId="Web-{60012C27-7C80-B087-3A26-8DB940C64AF3}" dt="2026-04-23T15:30:19.851" v="1" actId="20577"/>
      <pc:docMkLst>
        <pc:docMk/>
      </pc:docMkLst>
      <pc:sldChg chg="modSp">
        <pc:chgData name="Ya Wai Thone" userId="S::x24264245@student.ncirl.ie::aa5b291d-ce5b-48a4-8a54-9f65e25b7798" providerId="AD" clId="Web-{60012C27-7C80-B087-3A26-8DB940C64AF3}" dt="2026-04-23T15:30:19.851" v="1" actId="20577"/>
        <pc:sldMkLst>
          <pc:docMk/>
          <pc:sldMk cId="0" sldId="264"/>
        </pc:sldMkLst>
        <pc:spChg chg="mod">
          <ac:chgData name="Ya Wai Thone" userId="S::x24264245@student.ncirl.ie::aa5b291d-ce5b-48a4-8a54-9f65e25b7798" providerId="AD" clId="Web-{60012C27-7C80-B087-3A26-8DB940C64AF3}" dt="2026-04-23T15:30:19.851" v="1" actId="20577"/>
          <ac:spMkLst>
            <pc:docMk/>
            <pc:sldMk cId="0" sldId="264"/>
            <ac:spMk id="11" creationId="{00000000-0000-0000-0000-000000000000}"/>
          </ac:spMkLst>
        </pc:spChg>
      </pc:sldChg>
    </pc:docChg>
  </pc:docChgLst>
  <pc:docChgLst>
    <pc:chgData name="Chanlin Naicker" userId="S::x24303852@student.ncirl.ie::dce6132d-2646-4493-9e9d-ef5de951a686" providerId="AD" clId="Web-{884BD1D1-C036-792B-E37C-3E484FF4A541}"/>
    <pc:docChg chg="modSld">
      <pc:chgData name="Chanlin Naicker" userId="S::x24303852@student.ncirl.ie::dce6132d-2646-4493-9e9d-ef5de951a686" providerId="AD" clId="Web-{884BD1D1-C036-792B-E37C-3E484FF4A541}" dt="2026-04-23T17:08:27.776" v="67"/>
      <pc:docMkLst>
        <pc:docMk/>
      </pc:docMkLst>
      <pc:sldChg chg="modNotes">
        <pc:chgData name="Chanlin Naicker" userId="S::x24303852@student.ncirl.ie::dce6132d-2646-4493-9e9d-ef5de951a686" providerId="AD" clId="Web-{884BD1D1-C036-792B-E37C-3E484FF4A541}" dt="2026-04-23T17:08:27.776" v="67"/>
        <pc:sldMkLst>
          <pc:docMk/>
          <pc:sldMk cId="0" sldId="266"/>
        </pc:sldMkLst>
      </pc:sldChg>
    </pc:docChg>
  </pc:docChgLst>
  <pc:docChgLst>
    <pc:chgData name="Chanlin Naicker" userId="S::x24303852@student.ncirl.ie::dce6132d-2646-4493-9e9d-ef5de951a686" providerId="AD" clId="Web-{FFC4C117-CB1E-5B2D-8344-7BFCF09024EF}"/>
    <pc:docChg chg="modSld">
      <pc:chgData name="Chanlin Naicker" userId="S::x24303852@student.ncirl.ie::dce6132d-2646-4493-9e9d-ef5de951a686" providerId="AD" clId="Web-{FFC4C117-CB1E-5B2D-8344-7BFCF09024EF}" dt="2026-04-23T15:42:08.468" v="80"/>
      <pc:docMkLst>
        <pc:docMk/>
      </pc:docMkLst>
      <pc:sldChg chg="modNotes">
        <pc:chgData name="Chanlin Naicker" userId="S::x24303852@student.ncirl.ie::dce6132d-2646-4493-9e9d-ef5de951a686" providerId="AD" clId="Web-{FFC4C117-CB1E-5B2D-8344-7BFCF09024EF}" dt="2026-04-23T15:42:08.468" v="80"/>
        <pc:sldMkLst>
          <pc:docMk/>
          <pc:sldMk cId="0" sldId="262"/>
        </pc:sldMkLst>
      </pc:sldChg>
      <pc:sldChg chg="modSp">
        <pc:chgData name="Chanlin Naicker" userId="S::x24303852@student.ncirl.ie::dce6132d-2646-4493-9e9d-ef5de951a686" providerId="AD" clId="Web-{FFC4C117-CB1E-5B2D-8344-7BFCF09024EF}" dt="2026-04-23T15:40:55.435" v="78" actId="20577"/>
        <pc:sldMkLst>
          <pc:docMk/>
          <pc:sldMk cId="0" sldId="264"/>
        </pc:sldMkLst>
        <pc:spChg chg="mod">
          <ac:chgData name="Chanlin Naicker" userId="S::x24303852@student.ncirl.ie::dce6132d-2646-4493-9e9d-ef5de951a686" providerId="AD" clId="Web-{FFC4C117-CB1E-5B2D-8344-7BFCF09024EF}" dt="2026-04-23T15:40:55.435" v="78" actId="2057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Chanlin Naicker" userId="S::x24303852@student.ncirl.ie::dce6132d-2646-4493-9e9d-ef5de951a686" providerId="AD" clId="Web-{FFC4C117-CB1E-5B2D-8344-7BFCF09024EF}" dt="2026-04-23T14:34:01.539" v="6" actId="1076"/>
          <ac:spMkLst>
            <pc:docMk/>
            <pc:sldMk cId="0" sldId="264"/>
            <ac:spMk id="25" creationId="{E1D71DF9-85E5-D796-FA62-B8A1A4B70B7B}"/>
          </ac:spMkLst>
        </pc:spChg>
        <pc:grpChg chg="mod">
          <ac:chgData name="Chanlin Naicker" userId="S::x24303852@student.ncirl.ie::dce6132d-2646-4493-9e9d-ef5de951a686" providerId="AD" clId="Web-{FFC4C117-CB1E-5B2D-8344-7BFCF09024EF}" dt="2026-04-23T14:33:54.070" v="4" actId="1076"/>
          <ac:grpSpMkLst>
            <pc:docMk/>
            <pc:sldMk cId="0" sldId="264"/>
            <ac:grpSpMk id="10" creationId="{6062EFE1-CD8F-DFAC-AE9A-09D1822FD32F}"/>
          </ac:grpSpMkLst>
        </pc:grpChg>
      </pc:sldChg>
      <pc:sldChg chg="delSp modSp">
        <pc:chgData name="Chanlin Naicker" userId="S::x24303852@student.ncirl.ie::dce6132d-2646-4493-9e9d-ef5de951a686" providerId="AD" clId="Web-{FFC4C117-CB1E-5B2D-8344-7BFCF09024EF}" dt="2026-04-23T14:33:20.585" v="3"/>
        <pc:sldMkLst>
          <pc:docMk/>
          <pc:sldMk cId="2115306421" sldId="267"/>
        </pc:sldMkLst>
        <pc:spChg chg="del">
          <ac:chgData name="Chanlin Naicker" userId="S::x24303852@student.ncirl.ie::dce6132d-2646-4493-9e9d-ef5de951a686" providerId="AD" clId="Web-{FFC4C117-CB1E-5B2D-8344-7BFCF09024EF}" dt="2026-04-23T14:33:20.585" v="3"/>
          <ac:spMkLst>
            <pc:docMk/>
            <pc:sldMk cId="2115306421" sldId="267"/>
            <ac:spMk id="5" creationId="{00000000-0000-0000-0000-000000000000}"/>
          </ac:spMkLst>
        </pc:spChg>
        <pc:spChg chg="mod">
          <ac:chgData name="Chanlin Naicker" userId="S::x24303852@student.ncirl.ie::dce6132d-2646-4493-9e9d-ef5de951a686" providerId="AD" clId="Web-{FFC4C117-CB1E-5B2D-8344-7BFCF09024EF}" dt="2026-04-23T14:33:16.741" v="2" actId="20577"/>
          <ac:spMkLst>
            <pc:docMk/>
            <pc:sldMk cId="2115306421" sldId="267"/>
            <ac:spMk id="9" creationId="{A89BD523-B54C-6216-11A5-3F6037EE501D}"/>
          </ac:spMkLst>
        </pc:spChg>
      </pc:sldChg>
    </pc:docChg>
  </pc:docChgLst>
  <pc:docChgLst>
    <pc:chgData name="Marcio Pereira De Lima" userId="S::x25143549@student.ncirl.ie::05d8ec01-9b36-4088-8db0-5075e5d99453" providerId="AD" clId="Web-{75DA5004-C6E6-278D-BACA-156A55FCF321}"/>
    <pc:docChg chg="addSld delSld modSld">
      <pc:chgData name="Marcio Pereira De Lima" userId="S::x25143549@student.ncirl.ie::05d8ec01-9b36-4088-8db0-5075e5d99453" providerId="AD" clId="Web-{75DA5004-C6E6-278D-BACA-156A55FCF321}" dt="2026-04-22T15:57:17.481" v="106" actId="20577"/>
      <pc:docMkLst>
        <pc:docMk/>
      </pc:docMkLst>
      <pc:sldChg chg="modTransition">
        <pc:chgData name="Marcio Pereira De Lima" userId="S::x25143549@student.ncirl.ie::05d8ec01-9b36-4088-8db0-5075e5d99453" providerId="AD" clId="Web-{75DA5004-C6E6-278D-BACA-156A55FCF321}" dt="2026-04-22T13:22:47.573" v="6"/>
        <pc:sldMkLst>
          <pc:docMk/>
          <pc:sldMk cId="0" sldId="256"/>
        </pc:sldMkLst>
      </pc:sldChg>
      <pc:sldChg chg="modTransition">
        <pc:chgData name="Marcio Pereira De Lima" userId="S::x25143549@student.ncirl.ie::05d8ec01-9b36-4088-8db0-5075e5d99453" providerId="AD" clId="Web-{75DA5004-C6E6-278D-BACA-156A55FCF321}" dt="2026-04-22T13:23:08.620" v="8"/>
        <pc:sldMkLst>
          <pc:docMk/>
          <pc:sldMk cId="0" sldId="257"/>
        </pc:sldMkLst>
      </pc:sldChg>
      <pc:sldChg chg="addSp delSp modSp">
        <pc:chgData name="Marcio Pereira De Lima" userId="S::x25143549@student.ncirl.ie::05d8ec01-9b36-4088-8db0-5075e5d99453" providerId="AD" clId="Web-{75DA5004-C6E6-278D-BACA-156A55FCF321}" dt="2026-04-22T15:57:17.481" v="106" actId="20577"/>
        <pc:sldMkLst>
          <pc:docMk/>
          <pc:sldMk cId="0" sldId="262"/>
        </pc:sldMkLst>
        <pc:spChg chg="add del mod ord">
          <ac:chgData name="Marcio Pereira De Lima" userId="S::x25143549@student.ncirl.ie::05d8ec01-9b36-4088-8db0-5075e5d99453" providerId="AD" clId="Web-{75DA5004-C6E6-278D-BACA-156A55FCF321}" dt="2026-04-22T14:55:44" v="79"/>
          <ac:spMkLst>
            <pc:docMk/>
            <pc:sldMk cId="0" sldId="262"/>
            <ac:spMk id="7" creationId="{94432545-6B6B-4301-211B-CE2F9D1E60AF}"/>
          </ac:spMkLst>
        </pc:spChg>
        <pc:spChg chg="add mod">
          <ac:chgData name="Marcio Pereira De Lima" userId="S::x25143549@student.ncirl.ie::05d8ec01-9b36-4088-8db0-5075e5d99453" providerId="AD" clId="Web-{75DA5004-C6E6-278D-BACA-156A55FCF321}" dt="2026-04-22T15:57:17.481" v="106" actId="20577"/>
          <ac:spMkLst>
            <pc:docMk/>
            <pc:sldMk cId="0" sldId="262"/>
            <ac:spMk id="7" creationId="{AAECA4F0-345F-5FD6-330A-E43D1EFD2762}"/>
          </ac:spMkLst>
        </pc:spChg>
        <pc:picChg chg="add mod">
          <ac:chgData name="Marcio Pereira De Lima" userId="S::x25143549@student.ncirl.ie::05d8ec01-9b36-4088-8db0-5075e5d99453" providerId="AD" clId="Web-{75DA5004-C6E6-278D-BACA-156A55FCF321}" dt="2026-04-22T15:45:29.480" v="81" actId="14100"/>
          <ac:picMkLst>
            <pc:docMk/>
            <pc:sldMk cId="0" sldId="262"/>
            <ac:picMk id="5" creationId="{5C3E48FD-35FD-D640-BF05-7AE06290C869}"/>
          </ac:picMkLst>
        </pc:picChg>
      </pc:sldChg>
      <pc:sldChg chg="modTransition">
        <pc:chgData name="Marcio Pereira De Lima" userId="S::x25143549@student.ncirl.ie::05d8ec01-9b36-4088-8db0-5075e5d99453" providerId="AD" clId="Web-{75DA5004-C6E6-278D-BACA-156A55FCF321}" dt="2026-04-22T13:31:26.970" v="25"/>
        <pc:sldMkLst>
          <pc:docMk/>
          <pc:sldMk cId="0" sldId="265"/>
        </pc:sldMkLst>
      </pc:sldChg>
      <pc:sldChg chg="new del mod modTransition setBg">
        <pc:chgData name="Marcio Pereira De Lima" userId="S::x25143549@student.ncirl.ie::05d8ec01-9b36-4088-8db0-5075e5d99453" providerId="AD" clId="Web-{75DA5004-C6E6-278D-BACA-156A55FCF321}" dt="2026-04-22T13:30:48.313" v="23"/>
        <pc:sldMkLst>
          <pc:docMk/>
          <pc:sldMk cId="4017427313" sldId="267"/>
        </pc:sldMkLst>
      </pc:sldChg>
    </pc:docChg>
  </pc:docChgLst>
  <pc:docChgLst>
    <pc:chgData name="Marcio Pereira De Lima" userId="S::x25143549@student.ncirl.ie::05d8ec01-9b36-4088-8db0-5075e5d99453" providerId="AD" clId="Web-{EF69F30A-364D-4DB6-18F5-961DF1B4F88E}"/>
    <pc:docChg chg="modSld">
      <pc:chgData name="Marcio Pereira De Lima" userId="S::x25143549@student.ncirl.ie::05d8ec01-9b36-4088-8db0-5075e5d99453" providerId="AD" clId="Web-{EF69F30A-364D-4DB6-18F5-961DF1B4F88E}" dt="2026-04-22T17:40:35.923" v="647" actId="20577"/>
      <pc:docMkLst>
        <pc:docMk/>
      </pc:docMkLst>
      <pc:sldChg chg="addSp modSp">
        <pc:chgData name="Marcio Pereira De Lima" userId="S::x25143549@student.ncirl.ie::05d8ec01-9b36-4088-8db0-5075e5d99453" providerId="AD" clId="Web-{EF69F30A-364D-4DB6-18F5-961DF1B4F88E}" dt="2026-04-22T16:22:26.186" v="222" actId="1076"/>
        <pc:sldMkLst>
          <pc:docMk/>
          <pc:sldMk cId="0" sldId="262"/>
        </pc:sldMkLst>
        <pc:spChg chg="add mod">
          <ac:chgData name="Marcio Pereira De Lima" userId="S::x25143549@student.ncirl.ie::05d8ec01-9b36-4088-8db0-5075e5d99453" providerId="AD" clId="Web-{EF69F30A-364D-4DB6-18F5-961DF1B4F88E}" dt="2026-04-22T16:22:21.749" v="221" actId="1076"/>
          <ac:spMkLst>
            <pc:docMk/>
            <pc:sldMk cId="0" sldId="262"/>
            <ac:spMk id="6" creationId="{C5AFC3B3-2827-F0FF-B485-487BC7BD83EE}"/>
          </ac:spMkLst>
        </pc:spChg>
        <pc:spChg chg="mod">
          <ac:chgData name="Marcio Pereira De Lima" userId="S::x25143549@student.ncirl.ie::05d8ec01-9b36-4088-8db0-5075e5d99453" providerId="AD" clId="Web-{EF69F30A-364D-4DB6-18F5-961DF1B4F88E}" dt="2026-04-22T16:22:26.186" v="222" actId="1076"/>
          <ac:spMkLst>
            <pc:docMk/>
            <pc:sldMk cId="0" sldId="262"/>
            <ac:spMk id="7" creationId="{AAECA4F0-345F-5FD6-330A-E43D1EFD2762}"/>
          </ac:spMkLst>
        </pc:spChg>
        <pc:picChg chg="mod">
          <ac:chgData name="Marcio Pereira De Lima" userId="S::x25143549@student.ncirl.ie::05d8ec01-9b36-4088-8db0-5075e5d99453" providerId="AD" clId="Web-{EF69F30A-364D-4DB6-18F5-961DF1B4F88E}" dt="2026-04-22T16:22:13.264" v="220" actId="1076"/>
          <ac:picMkLst>
            <pc:docMk/>
            <pc:sldMk cId="0" sldId="262"/>
            <ac:picMk id="5" creationId="{5C3E48FD-35FD-D640-BF05-7AE06290C869}"/>
          </ac:picMkLst>
        </pc:picChg>
      </pc:sldChg>
      <pc:sldChg chg="addSp delSp modSp">
        <pc:chgData name="Marcio Pereira De Lima" userId="S::x25143549@student.ncirl.ie::05d8ec01-9b36-4088-8db0-5075e5d99453" providerId="AD" clId="Web-{EF69F30A-364D-4DB6-18F5-961DF1B4F88E}" dt="2026-04-22T17:40:35.923" v="647" actId="20577"/>
        <pc:sldMkLst>
          <pc:docMk/>
          <pc:sldMk cId="0" sldId="264"/>
        </pc:sldMkLst>
        <pc:spChg chg="mod">
          <ac:chgData name="Marcio Pereira De Lima" userId="S::x25143549@student.ncirl.ie::05d8ec01-9b36-4088-8db0-5075e5d99453" providerId="AD" clId="Web-{EF69F30A-364D-4DB6-18F5-961DF1B4F88E}" dt="2026-04-22T17:36:53.749" v="596" actId="2057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Marcio Pereira De Lima" userId="S::x25143549@student.ncirl.ie::05d8ec01-9b36-4088-8db0-5075e5d99453" providerId="AD" clId="Web-{EF69F30A-364D-4DB6-18F5-961DF1B4F88E}" dt="2026-04-22T17:17:00.070" v="305" actId="20577"/>
          <ac:spMkLst>
            <pc:docMk/>
            <pc:sldMk cId="0" sldId="264"/>
            <ac:spMk id="21" creationId="{A2F29A7F-1193-7593-D603-129D0AC151A6}"/>
          </ac:spMkLst>
        </pc:spChg>
        <pc:spChg chg="mod">
          <ac:chgData name="Marcio Pereira De Lima" userId="S::x25143549@student.ncirl.ie::05d8ec01-9b36-4088-8db0-5075e5d99453" providerId="AD" clId="Web-{EF69F30A-364D-4DB6-18F5-961DF1B4F88E}" dt="2026-04-22T17:17:13.586" v="307" actId="20577"/>
          <ac:spMkLst>
            <pc:docMk/>
            <pc:sldMk cId="0" sldId="264"/>
            <ac:spMk id="24" creationId="{4F01A17C-6FB5-5CB0-4140-818194E62E2E}"/>
          </ac:spMkLst>
        </pc:spChg>
        <pc:spChg chg="add mod">
          <ac:chgData name="Marcio Pereira De Lima" userId="S::x25143549@student.ncirl.ie::05d8ec01-9b36-4088-8db0-5075e5d99453" providerId="AD" clId="Web-{EF69F30A-364D-4DB6-18F5-961DF1B4F88E}" dt="2026-04-22T17:40:35.923" v="647" actId="20577"/>
          <ac:spMkLst>
            <pc:docMk/>
            <pc:sldMk cId="0" sldId="264"/>
            <ac:spMk id="28" creationId="{7221B18E-E1C9-5E25-FA50-4AF66B922331}"/>
          </ac:spMkLst>
        </pc:spChg>
        <pc:grpChg chg="add del">
          <ac:chgData name="Marcio Pereira De Lima" userId="S::x25143549@student.ncirl.ie::05d8ec01-9b36-4088-8db0-5075e5d99453" providerId="AD" clId="Web-{EF69F30A-364D-4DB6-18F5-961DF1B4F88E}" dt="2026-04-22T17:08:51.428" v="224"/>
          <ac:grpSpMkLst>
            <pc:docMk/>
            <pc:sldMk cId="0" sldId="264"/>
            <ac:grpSpMk id="12" creationId="{5572933A-3E02-C070-D04F-EAEDD72EBD6B}"/>
          </ac:grpSpMkLst>
        </pc:grpChg>
        <pc:grpChg chg="add mod">
          <ac:chgData name="Marcio Pereira De Lima" userId="S::x25143549@student.ncirl.ie::05d8ec01-9b36-4088-8db0-5075e5d99453" providerId="AD" clId="Web-{EF69F30A-364D-4DB6-18F5-961DF1B4F88E}" dt="2026-04-22T17:16:31.539" v="300" actId="14100"/>
          <ac:grpSpMkLst>
            <pc:docMk/>
            <pc:sldMk cId="0" sldId="264"/>
            <ac:grpSpMk id="13" creationId="{78B51088-EE64-EEE2-4AC5-D8C60A1B56FA}"/>
          </ac:grpSpMkLst>
        </pc:grpChg>
        <pc:grpChg chg="add mod">
          <ac:chgData name="Marcio Pereira De Lima" userId="S::x25143549@student.ncirl.ie::05d8ec01-9b36-4088-8db0-5075e5d99453" providerId="AD" clId="Web-{EF69F30A-364D-4DB6-18F5-961DF1B4F88E}" dt="2026-04-22T17:11:07.663" v="252" actId="1076"/>
          <ac:grpSpMkLst>
            <pc:docMk/>
            <pc:sldMk cId="0" sldId="264"/>
            <ac:grpSpMk id="22" creationId="{8C13E97C-01A7-5A64-3F82-A3EA7B8BBC03}"/>
          </ac:grpSpMkLst>
        </pc:grpChg>
        <pc:grpChg chg="add del">
          <ac:chgData name="Marcio Pereira De Lima" userId="S::x25143549@student.ncirl.ie::05d8ec01-9b36-4088-8db0-5075e5d99453" providerId="AD" clId="Web-{EF69F30A-364D-4DB6-18F5-961DF1B4F88E}" dt="2026-04-22T17:13:13.054" v="259"/>
          <ac:grpSpMkLst>
            <pc:docMk/>
            <pc:sldMk cId="0" sldId="264"/>
            <ac:grpSpMk id="25" creationId="{BE9BE24A-01E7-1723-58E5-A132A7E376F7}"/>
          </ac:grpSpMkLst>
        </pc:grpChg>
      </pc:sldChg>
    </pc:docChg>
  </pc:docChgLst>
  <pc:docChgLst>
    <pc:chgData name="Marcio Pereira De Lima" userId="S::x25143549@student.ncirl.ie::05d8ec01-9b36-4088-8db0-5075e5d99453" providerId="AD" clId="Web-{AD7A1F7C-5D42-7CAE-D6FB-5621626C2E87}"/>
    <pc:docChg chg="modSld">
      <pc:chgData name="Marcio Pereira De Lima" userId="S::x25143549@student.ncirl.ie::05d8ec01-9b36-4088-8db0-5075e5d99453" providerId="AD" clId="Web-{AD7A1F7C-5D42-7CAE-D6FB-5621626C2E87}" dt="2026-04-23T15:22:47.172" v="102"/>
      <pc:docMkLst>
        <pc:docMk/>
      </pc:docMkLst>
      <pc:sldChg chg="modNotes">
        <pc:chgData name="Marcio Pereira De Lima" userId="S::x25143549@student.ncirl.ie::05d8ec01-9b36-4088-8db0-5075e5d99453" providerId="AD" clId="Web-{AD7A1F7C-5D42-7CAE-D6FB-5621626C2E87}" dt="2026-04-23T15:22:47.172" v="102"/>
        <pc:sldMkLst>
          <pc:docMk/>
          <pc:sldMk cId="0" sldId="262"/>
        </pc:sldMkLst>
      </pc:sldChg>
      <pc:sldChg chg="addSp modSp">
        <pc:chgData name="Marcio Pereira De Lima" userId="S::x25143549@student.ncirl.ie::05d8ec01-9b36-4088-8db0-5075e5d99453" providerId="AD" clId="Web-{AD7A1F7C-5D42-7CAE-D6FB-5621626C2E87}" dt="2026-04-23T15:20:39.507" v="101" actId="20577"/>
        <pc:sldMkLst>
          <pc:docMk/>
          <pc:sldMk cId="0" sldId="264"/>
        </pc:sldMkLst>
        <pc:spChg chg="add mod">
          <ac:chgData name="Marcio Pereira De Lima" userId="S::x25143549@student.ncirl.ie::05d8ec01-9b36-4088-8db0-5075e5d99453" providerId="AD" clId="Web-{AD7A1F7C-5D42-7CAE-D6FB-5621626C2E87}" dt="2026-04-23T15:20:39.507" v="101" actId="20577"/>
          <ac:spMkLst>
            <pc:docMk/>
            <pc:sldMk cId="0" sldId="264"/>
            <ac:spMk id="8" creationId="{ECF4ECE2-D4A9-ACB5-179D-F4648B296451}"/>
          </ac:spMkLst>
        </pc:spChg>
      </pc:sldChg>
    </pc:docChg>
  </pc:docChgLst>
  <pc:docChgLst>
    <pc:chgData name="Chanlin Naicker" userId="S::x24303852@student.ncirl.ie::dce6132d-2646-4493-9e9d-ef5de951a686" providerId="AD" clId="Web-{01081E8B-BEA0-9DD1-E098-0C6766B3BD13}"/>
    <pc:docChg chg="modSld">
      <pc:chgData name="Chanlin Naicker" userId="S::x24303852@student.ncirl.ie::dce6132d-2646-4493-9e9d-ef5de951a686" providerId="AD" clId="Web-{01081E8B-BEA0-9DD1-E098-0C6766B3BD13}" dt="2026-04-22T16:34:34.670" v="120"/>
      <pc:docMkLst>
        <pc:docMk/>
      </pc:docMkLst>
      <pc:sldChg chg="modTransition modNotes">
        <pc:chgData name="Chanlin Naicker" userId="S::x24303852@student.ncirl.ie::dce6132d-2646-4493-9e9d-ef5de951a686" providerId="AD" clId="Web-{01081E8B-BEA0-9DD1-E098-0C6766B3BD13}" dt="2026-04-22T16:31:52.834" v="106"/>
        <pc:sldMkLst>
          <pc:docMk/>
          <pc:sldMk cId="0" sldId="256"/>
        </pc:sldMkLst>
      </pc:sldChg>
      <pc:sldChg chg="modTransition modNotes">
        <pc:chgData name="Chanlin Naicker" userId="S::x24303852@student.ncirl.ie::dce6132d-2646-4493-9e9d-ef5de951a686" providerId="AD" clId="Web-{01081E8B-BEA0-9DD1-E098-0C6766B3BD13}" dt="2026-04-22T16:33:52.841" v="116"/>
        <pc:sldMkLst>
          <pc:docMk/>
          <pc:sldMk cId="0" sldId="257"/>
        </pc:sldMkLst>
      </pc:sldChg>
      <pc:sldChg chg="modSp">
        <pc:chgData name="Chanlin Naicker" userId="S::x24303852@student.ncirl.ie::dce6132d-2646-4493-9e9d-ef5de951a686" providerId="AD" clId="Web-{01081E8B-BEA0-9DD1-E098-0C6766B3BD13}" dt="2026-04-22T15:20:58.135" v="90" actId="14100"/>
        <pc:sldMkLst>
          <pc:docMk/>
          <pc:sldMk cId="0" sldId="262"/>
        </pc:sldMkLst>
        <pc:picChg chg="mod">
          <ac:chgData name="Chanlin Naicker" userId="S::x24303852@student.ncirl.ie::dce6132d-2646-4493-9e9d-ef5de951a686" providerId="AD" clId="Web-{01081E8B-BEA0-9DD1-E098-0C6766B3BD13}" dt="2026-04-22T15:20:58.135" v="90" actId="14100"/>
          <ac:picMkLst>
            <pc:docMk/>
            <pc:sldMk cId="0" sldId="262"/>
            <ac:picMk id="5" creationId="{5C3E48FD-35FD-D640-BF05-7AE06290C869}"/>
          </ac:picMkLst>
        </pc:picChg>
      </pc:sldChg>
      <pc:sldChg chg="modSp modTransition">
        <pc:chgData name="Chanlin Naicker" userId="S::x24303852@student.ncirl.ie::dce6132d-2646-4493-9e9d-ef5de951a686" providerId="AD" clId="Web-{01081E8B-BEA0-9DD1-E098-0C6766B3BD13}" dt="2026-04-22T15:16:32.870" v="11"/>
        <pc:sldMkLst>
          <pc:docMk/>
          <pc:sldMk cId="0" sldId="263"/>
        </pc:sldMkLst>
        <pc:spChg chg="mod">
          <ac:chgData name="Chanlin Naicker" userId="S::x24303852@student.ncirl.ie::dce6132d-2646-4493-9e9d-ef5de951a686" providerId="AD" clId="Web-{01081E8B-BEA0-9DD1-E098-0C6766B3BD13}" dt="2026-04-22T15:16:02.838" v="8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Chanlin Naicker" userId="S::x24303852@student.ncirl.ie::dce6132d-2646-4493-9e9d-ef5de951a686" providerId="AD" clId="Web-{01081E8B-BEA0-9DD1-E098-0C6766B3BD13}" dt="2026-04-22T15:16:05.291" v="9" actId="14100"/>
          <ac:spMkLst>
            <pc:docMk/>
            <pc:sldMk cId="0" sldId="263"/>
            <ac:spMk id="5" creationId="{00000000-0000-0000-0000-000000000000}"/>
          </ac:spMkLst>
        </pc:spChg>
      </pc:sldChg>
      <pc:sldChg chg="modSp modTransition">
        <pc:chgData name="Chanlin Naicker" userId="S::x24303852@student.ncirl.ie::dce6132d-2646-4493-9e9d-ef5de951a686" providerId="AD" clId="Web-{01081E8B-BEA0-9DD1-E098-0C6766B3BD13}" dt="2026-04-22T16:34:34.670" v="120"/>
        <pc:sldMkLst>
          <pc:docMk/>
          <pc:sldMk cId="0" sldId="264"/>
        </pc:sldMkLst>
        <pc:spChg chg="mod">
          <ac:chgData name="Chanlin Naicker" userId="S::x24303852@student.ncirl.ie::dce6132d-2646-4493-9e9d-ef5de951a686" providerId="AD" clId="Web-{01081E8B-BEA0-9DD1-E098-0C6766B3BD13}" dt="2026-04-22T15:20:50.509" v="89" actId="20577"/>
          <ac:spMkLst>
            <pc:docMk/>
            <pc:sldMk cId="0" sldId="264"/>
            <ac:spMk id="4" creationId="{00000000-0000-0000-0000-000000000000}"/>
          </ac:spMkLst>
        </pc:spChg>
      </pc:sldChg>
      <pc:sldChg chg="delSp modSp modTransition">
        <pc:chgData name="Chanlin Naicker" userId="S::x24303852@student.ncirl.ie::dce6132d-2646-4493-9e9d-ef5de951a686" providerId="AD" clId="Web-{01081E8B-BEA0-9DD1-E098-0C6766B3BD13}" dt="2026-04-22T15:18:37.962" v="40" actId="1076"/>
        <pc:sldMkLst>
          <pc:docMk/>
          <pc:sldMk cId="0" sldId="265"/>
        </pc:sldMkLst>
        <pc:spChg chg="mod">
          <ac:chgData name="Chanlin Naicker" userId="S::x24303852@student.ncirl.ie::dce6132d-2646-4493-9e9d-ef5de951a686" providerId="AD" clId="Web-{01081E8B-BEA0-9DD1-E098-0C6766B3BD13}" dt="2026-04-22T15:18:07.311" v="38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Chanlin Naicker" userId="S::x24303852@student.ncirl.ie::dce6132d-2646-4493-9e9d-ef5de951a686" providerId="AD" clId="Web-{01081E8B-BEA0-9DD1-E098-0C6766B3BD13}" dt="2026-04-22T15:17:42.323" v="32" actId="20577"/>
          <ac:spMkLst>
            <pc:docMk/>
            <pc:sldMk cId="0" sldId="265"/>
            <ac:spMk id="10" creationId="{00000000-0000-0000-0000-000000000000}"/>
          </ac:spMkLst>
        </pc:spChg>
        <pc:spChg chg="mod">
          <ac:chgData name="Chanlin Naicker" userId="S::x24303852@student.ncirl.ie::dce6132d-2646-4493-9e9d-ef5de951a686" providerId="AD" clId="Web-{01081E8B-BEA0-9DD1-E098-0C6766B3BD13}" dt="2026-04-22T15:17:32.042" v="23" actId="20577"/>
          <ac:spMkLst>
            <pc:docMk/>
            <pc:sldMk cId="0" sldId="265"/>
            <ac:spMk id="13" creationId="{00000000-0000-0000-0000-000000000000}"/>
          </ac:spMkLst>
        </pc:spChg>
        <pc:spChg chg="del topLvl">
          <ac:chgData name="Chanlin Naicker" userId="S::x24303852@student.ncirl.ie::dce6132d-2646-4493-9e9d-ef5de951a686" providerId="AD" clId="Web-{01081E8B-BEA0-9DD1-E098-0C6766B3BD13}" dt="2026-04-22T15:18:31.007" v="39"/>
          <ac:spMkLst>
            <pc:docMk/>
            <pc:sldMk cId="0" sldId="265"/>
            <ac:spMk id="15" creationId="{00000000-0000-0000-0000-000000000000}"/>
          </ac:spMkLst>
        </pc:spChg>
        <pc:spChg chg="topLvl">
          <ac:chgData name="Chanlin Naicker" userId="S::x24303852@student.ncirl.ie::dce6132d-2646-4493-9e9d-ef5de951a686" providerId="AD" clId="Web-{01081E8B-BEA0-9DD1-E098-0C6766B3BD13}" dt="2026-04-22T15:18:31.007" v="39"/>
          <ac:spMkLst>
            <pc:docMk/>
            <pc:sldMk cId="0" sldId="265"/>
            <ac:spMk id="16" creationId="{00000000-0000-0000-0000-000000000000}"/>
          </ac:spMkLst>
        </pc:spChg>
        <pc:spChg chg="mod">
          <ac:chgData name="Chanlin Naicker" userId="S::x24303852@student.ncirl.ie::dce6132d-2646-4493-9e9d-ef5de951a686" providerId="AD" clId="Web-{01081E8B-BEA0-9DD1-E098-0C6766B3BD13}" dt="2026-04-22T15:18:37.962" v="40" actId="1076"/>
          <ac:spMkLst>
            <pc:docMk/>
            <pc:sldMk cId="0" sldId="265"/>
            <ac:spMk id="31" creationId="{00000000-0000-0000-0000-000000000000}"/>
          </ac:spMkLst>
        </pc:spChg>
        <pc:grpChg chg="del">
          <ac:chgData name="Chanlin Naicker" userId="S::x24303852@student.ncirl.ie::dce6132d-2646-4493-9e9d-ef5de951a686" providerId="AD" clId="Web-{01081E8B-BEA0-9DD1-E098-0C6766B3BD13}" dt="2026-04-22T15:18:31.007" v="39"/>
          <ac:grpSpMkLst>
            <pc:docMk/>
            <pc:sldMk cId="0" sldId="265"/>
            <ac:grpSpMk id="14" creationId="{00000000-0000-0000-0000-000000000000}"/>
          </ac:grpSpMkLst>
        </pc:grpChg>
      </pc:sldChg>
      <pc:sldChg chg="modNotes">
        <pc:chgData name="Chanlin Naicker" userId="S::x24303852@student.ncirl.ie::dce6132d-2646-4493-9e9d-ef5de951a686" providerId="AD" clId="Web-{01081E8B-BEA0-9DD1-E098-0C6766B3BD13}" dt="2026-04-22T16:29:22.713" v="99"/>
        <pc:sldMkLst>
          <pc:docMk/>
          <pc:sldMk cId="0" sldId="266"/>
        </pc:sldMkLst>
      </pc:sldChg>
    </pc:docChg>
  </pc:docChgLst>
  <pc:docChgLst>
    <pc:chgData name="Marcio Pereira De Lima" userId="S::x25143549@student.ncirl.ie::05d8ec01-9b36-4088-8db0-5075e5d99453" providerId="AD" clId="Web-{8E2C0620-9522-BBC7-0182-F4DA5E35C959}"/>
    <pc:docChg chg="modSld">
      <pc:chgData name="Marcio Pereira De Lima" userId="S::x25143549@student.ncirl.ie::05d8ec01-9b36-4088-8db0-5075e5d99453" providerId="AD" clId="Web-{8E2C0620-9522-BBC7-0182-F4DA5E35C959}" dt="2026-04-23T17:52:11.576" v="34"/>
      <pc:docMkLst>
        <pc:docMk/>
      </pc:docMkLst>
      <pc:sldChg chg="modNotes">
        <pc:chgData name="Marcio Pereira De Lima" userId="S::x25143549@student.ncirl.ie::05d8ec01-9b36-4088-8db0-5075e5d99453" providerId="AD" clId="Web-{8E2C0620-9522-BBC7-0182-F4DA5E35C959}" dt="2026-04-23T17:50:00.118" v="29"/>
        <pc:sldMkLst>
          <pc:docMk/>
          <pc:sldMk cId="0" sldId="258"/>
        </pc:sldMkLst>
      </pc:sldChg>
      <pc:sldChg chg="modNotes">
        <pc:chgData name="Marcio Pereira De Lima" userId="S::x25143549@student.ncirl.ie::05d8ec01-9b36-4088-8db0-5075e5d99453" providerId="AD" clId="Web-{8E2C0620-9522-BBC7-0182-F4DA5E35C959}" dt="2026-04-23T17:52:11.576" v="34"/>
        <pc:sldMkLst>
          <pc:docMk/>
          <pc:sldMk cId="0" sldId="262"/>
        </pc:sldMkLst>
      </pc:sldChg>
    </pc:docChg>
  </pc:docChgLst>
  <pc:docChgLst>
    <pc:chgData name="Chanlin Naicker" userId="S::x24303852@student.ncirl.ie::dce6132d-2646-4493-9e9d-ef5de951a686" providerId="AD" clId="Web-{B6632A8E-B423-5990-9DBA-7E8448A8EEBF}"/>
    <pc:docChg chg="mod modSld">
      <pc:chgData name="Chanlin Naicker" userId="S::x24303852@student.ncirl.ie::dce6132d-2646-4493-9e9d-ef5de951a686" providerId="AD" clId="Web-{B6632A8E-B423-5990-9DBA-7E8448A8EEBF}" dt="2026-04-22T20:19:10.625" v="42" actId="20577"/>
      <pc:docMkLst>
        <pc:docMk/>
      </pc:docMkLst>
      <pc:sldChg chg="modSp">
        <pc:chgData name="Chanlin Naicker" userId="S::x24303852@student.ncirl.ie::dce6132d-2646-4493-9e9d-ef5de951a686" providerId="AD" clId="Web-{B6632A8E-B423-5990-9DBA-7E8448A8EEBF}" dt="2026-04-22T20:15:45.138" v="30" actId="1076"/>
        <pc:sldMkLst>
          <pc:docMk/>
          <pc:sldMk cId="0" sldId="257"/>
        </pc:sldMkLst>
        <pc:spChg chg="mod">
          <ac:chgData name="Chanlin Naicker" userId="S::x24303852@student.ncirl.ie::dce6132d-2646-4493-9e9d-ef5de951a686" providerId="AD" clId="Web-{B6632A8E-B423-5990-9DBA-7E8448A8EEBF}" dt="2026-04-22T20:15:45.138" v="30" actId="1076"/>
          <ac:spMkLst>
            <pc:docMk/>
            <pc:sldMk cId="0" sldId="257"/>
            <ac:spMk id="11" creationId="{00000000-0000-0000-0000-000000000000}"/>
          </ac:spMkLst>
        </pc:spChg>
      </pc:sldChg>
      <pc:sldChg chg="modSp">
        <pc:chgData name="Chanlin Naicker" userId="S::x24303852@student.ncirl.ie::dce6132d-2646-4493-9e9d-ef5de951a686" providerId="AD" clId="Web-{B6632A8E-B423-5990-9DBA-7E8448A8EEBF}" dt="2026-04-22T20:17:23.155" v="37" actId="14100"/>
        <pc:sldMkLst>
          <pc:docMk/>
          <pc:sldMk cId="0" sldId="262"/>
        </pc:sldMkLst>
        <pc:spChg chg="mod">
          <ac:chgData name="Chanlin Naicker" userId="S::x24303852@student.ncirl.ie::dce6132d-2646-4493-9e9d-ef5de951a686" providerId="AD" clId="Web-{B6632A8E-B423-5990-9DBA-7E8448A8EEBF}" dt="2026-04-22T20:17:23.155" v="37" actId="14100"/>
          <ac:spMkLst>
            <pc:docMk/>
            <pc:sldMk cId="0" sldId="262"/>
            <ac:spMk id="6" creationId="{C5AFC3B3-2827-F0FF-B485-487BC7BD83EE}"/>
          </ac:spMkLst>
        </pc:spChg>
        <pc:spChg chg="mod">
          <ac:chgData name="Chanlin Naicker" userId="S::x24303852@student.ncirl.ie::dce6132d-2646-4493-9e9d-ef5de951a686" providerId="AD" clId="Web-{B6632A8E-B423-5990-9DBA-7E8448A8EEBF}" dt="2026-04-22T20:17:18.311" v="35" actId="1076"/>
          <ac:spMkLst>
            <pc:docMk/>
            <pc:sldMk cId="0" sldId="262"/>
            <ac:spMk id="7" creationId="{AAECA4F0-345F-5FD6-330A-E43D1EFD2762}"/>
          </ac:spMkLst>
        </pc:spChg>
      </pc:sldChg>
      <pc:sldChg chg="addSp delSp modSp">
        <pc:chgData name="Chanlin Naicker" userId="S::x24303852@student.ncirl.ie::dce6132d-2646-4493-9e9d-ef5de951a686" providerId="AD" clId="Web-{B6632A8E-B423-5990-9DBA-7E8448A8EEBF}" dt="2026-04-22T20:19:10.625" v="42" actId="20577"/>
        <pc:sldMkLst>
          <pc:docMk/>
          <pc:sldMk cId="0" sldId="264"/>
        </pc:sldMkLst>
        <pc:spChg chg="add del mod">
          <ac:chgData name="Chanlin Naicker" userId="S::x24303852@student.ncirl.ie::dce6132d-2646-4493-9e9d-ef5de951a686" providerId="AD" clId="Web-{B6632A8E-B423-5990-9DBA-7E8448A8EEBF}" dt="2026-04-22T20:14:00.230" v="11"/>
          <ac:spMkLst>
            <pc:docMk/>
            <pc:sldMk cId="0" sldId="264"/>
            <ac:spMk id="9" creationId="{5084AC72-31FA-E5CF-BB5B-715BCD8D1917}"/>
          </ac:spMkLst>
        </pc:spChg>
        <pc:spChg chg="mod">
          <ac:chgData name="Chanlin Naicker" userId="S::x24303852@student.ncirl.ie::dce6132d-2646-4493-9e9d-ef5de951a686" providerId="AD" clId="Web-{B6632A8E-B423-5990-9DBA-7E8448A8EEBF}" dt="2026-04-22T20:19:10.625" v="42" actId="2057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Chanlin Naicker" userId="S::x24303852@student.ncirl.ie::dce6132d-2646-4493-9e9d-ef5de951a686" providerId="AD" clId="Web-{B6632A8E-B423-5990-9DBA-7E8448A8EEBF}" dt="2026-04-22T20:18:59.281" v="38" actId="20577"/>
          <ac:spMkLst>
            <pc:docMk/>
            <pc:sldMk cId="0" sldId="264"/>
            <ac:spMk id="21" creationId="{A2F29A7F-1193-7593-D603-129D0AC151A6}"/>
          </ac:spMkLst>
        </pc:spChg>
        <pc:spChg chg="mod">
          <ac:chgData name="Chanlin Naicker" userId="S::x24303852@student.ncirl.ie::dce6132d-2646-4493-9e9d-ef5de951a686" providerId="AD" clId="Web-{B6632A8E-B423-5990-9DBA-7E8448A8EEBF}" dt="2026-04-22T20:19:01.234" v="39" actId="20577"/>
          <ac:spMkLst>
            <pc:docMk/>
            <pc:sldMk cId="0" sldId="264"/>
            <ac:spMk id="24" creationId="{4F01A17C-6FB5-5CB0-4140-818194E62E2E}"/>
          </ac:spMkLst>
        </pc:spChg>
        <pc:spChg chg="mod">
          <ac:chgData name="Chanlin Naicker" userId="S::x24303852@student.ncirl.ie::dce6132d-2646-4493-9e9d-ef5de951a686" providerId="AD" clId="Web-{B6632A8E-B423-5990-9DBA-7E8448A8EEBF}" dt="2026-04-22T20:14:11.340" v="19" actId="20577"/>
          <ac:spMkLst>
            <pc:docMk/>
            <pc:sldMk cId="0" sldId="264"/>
            <ac:spMk id="25" creationId="{E1D71DF9-85E5-D796-FA62-B8A1A4B70B7B}"/>
          </ac:spMkLst>
        </pc:spChg>
        <pc:grpChg chg="add mod">
          <ac:chgData name="Chanlin Naicker" userId="S::x24303852@student.ncirl.ie::dce6132d-2646-4493-9e9d-ef5de951a686" providerId="AD" clId="Web-{B6632A8E-B423-5990-9DBA-7E8448A8EEBF}" dt="2026-04-22T20:13:58.793" v="10" actId="1076"/>
          <ac:grpSpMkLst>
            <pc:docMk/>
            <pc:sldMk cId="0" sldId="264"/>
            <ac:grpSpMk id="10" creationId="{6062EFE1-CD8F-DFAC-AE9A-09D1822FD32F}"/>
          </ac:grpSpMkLst>
        </pc:grpChg>
        <pc:grpChg chg="mod">
          <ac:chgData name="Chanlin Naicker" userId="S::x24303852@student.ncirl.ie::dce6132d-2646-4493-9e9d-ef5de951a686" providerId="AD" clId="Web-{B6632A8E-B423-5990-9DBA-7E8448A8EEBF}" dt="2026-04-22T20:13:39.527" v="5" actId="1076"/>
          <ac:grpSpMkLst>
            <pc:docMk/>
            <pc:sldMk cId="0" sldId="264"/>
            <ac:grpSpMk id="13" creationId="{78B51088-EE64-EEE2-4AC5-D8C60A1B56FA}"/>
          </ac:grpSpMkLst>
        </pc:grpChg>
      </pc:sldChg>
    </pc:docChg>
  </pc:docChgLst>
  <pc:docChgLst>
    <pc:chgData name="Chanlin Naicker" userId="S::x24303852@student.ncirl.ie::dce6132d-2646-4493-9e9d-ef5de951a686" providerId="AD" clId="Web-{D9B6F92B-1B53-A4EE-E867-CAE9DF1F0287}"/>
    <pc:docChg chg="addSld delSld modSld">
      <pc:chgData name="Chanlin Naicker" userId="S::x24303852@student.ncirl.ie::dce6132d-2646-4493-9e9d-ef5de951a686" providerId="AD" clId="Web-{D9B6F92B-1B53-A4EE-E867-CAE9DF1F0287}" dt="2026-04-21T10:51:17.539" v="213"/>
      <pc:docMkLst>
        <pc:docMk/>
      </pc:docMkLst>
      <pc:sldChg chg="addSp delSp modSp">
        <pc:chgData name="Chanlin Naicker" userId="S::x24303852@student.ncirl.ie::dce6132d-2646-4493-9e9d-ef5de951a686" providerId="AD" clId="Web-{D9B6F92B-1B53-A4EE-E867-CAE9DF1F0287}" dt="2026-04-21T10:51:17.539" v="213"/>
        <pc:sldMkLst>
          <pc:docMk/>
          <pc:sldMk cId="0" sldId="258"/>
        </pc:sldMkLst>
        <pc:spChg chg="mod">
          <ac:chgData name="Chanlin Naicker" userId="S::x24303852@student.ncirl.ie::dce6132d-2646-4493-9e9d-ef5de951a686" providerId="AD" clId="Web-{D9B6F92B-1B53-A4EE-E867-CAE9DF1F0287}" dt="2026-04-21T10:50:04.475" v="198" actId="1076"/>
          <ac:spMkLst>
            <pc:docMk/>
            <pc:sldMk cId="0" sldId="258"/>
            <ac:spMk id="2" creationId="{00000000-0000-0000-0000-000000000000}"/>
          </ac:spMkLst>
        </pc:spChg>
        <pc:spChg chg="add mod">
          <ac:chgData name="Chanlin Naicker" userId="S::x24303852@student.ncirl.ie::dce6132d-2646-4493-9e9d-ef5de951a686" providerId="AD" clId="Web-{D9B6F92B-1B53-A4EE-E867-CAE9DF1F0287}" dt="2026-04-21T10:50:09.366" v="199" actId="14100"/>
          <ac:spMkLst>
            <pc:docMk/>
            <pc:sldMk cId="0" sldId="258"/>
            <ac:spMk id="6" creationId="{779ED4B3-FF10-3329-31CF-A7DEE565A985}"/>
          </ac:spMkLst>
        </pc:spChg>
        <pc:spChg chg="add mod">
          <ac:chgData name="Chanlin Naicker" userId="S::x24303852@student.ncirl.ie::dce6132d-2646-4493-9e9d-ef5de951a686" providerId="AD" clId="Web-{D9B6F92B-1B53-A4EE-E867-CAE9DF1F0287}" dt="2026-04-21T10:50:33.882" v="208" actId="1076"/>
          <ac:spMkLst>
            <pc:docMk/>
            <pc:sldMk cId="0" sldId="258"/>
            <ac:spMk id="8" creationId="{9C4324A9-7872-BF39-F846-FD11E88D97AC}"/>
          </ac:spMkLst>
        </pc:spChg>
        <pc:cxnChg chg="add mod">
          <ac:chgData name="Chanlin Naicker" userId="S::x24303852@student.ncirl.ie::dce6132d-2646-4493-9e9d-ef5de951a686" providerId="AD" clId="Web-{D9B6F92B-1B53-A4EE-E867-CAE9DF1F0287}" dt="2026-04-21T10:51:17.539" v="213"/>
          <ac:cxnSpMkLst>
            <pc:docMk/>
            <pc:sldMk cId="0" sldId="258"/>
            <ac:cxnSpMk id="9" creationId="{23A0F27F-CD10-BE3F-F670-70C5365EBBDC}"/>
          </ac:cxnSpMkLst>
        </pc:cxnChg>
      </pc:sldChg>
      <pc:sldChg chg="modSp">
        <pc:chgData name="Chanlin Naicker" userId="S::x24303852@student.ncirl.ie::dce6132d-2646-4493-9e9d-ef5de951a686" providerId="AD" clId="Web-{D9B6F92B-1B53-A4EE-E867-CAE9DF1F0287}" dt="2026-04-21T10:09:52.623" v="2" actId="1076"/>
        <pc:sldMkLst>
          <pc:docMk/>
          <pc:sldMk cId="0" sldId="265"/>
        </pc:sldMkLst>
        <pc:grpChg chg="mod">
          <ac:chgData name="Chanlin Naicker" userId="S::x24303852@student.ncirl.ie::dce6132d-2646-4493-9e9d-ef5de951a686" providerId="AD" clId="Web-{D9B6F92B-1B53-A4EE-E867-CAE9DF1F0287}" dt="2026-04-21T10:09:52.623" v="2" actId="1076"/>
          <ac:grpSpMkLst>
            <pc:docMk/>
            <pc:sldMk cId="0" sldId="265"/>
            <ac:grpSpMk id="2" creationId="{00000000-0000-0000-0000-000000000000}"/>
          </ac:grpSpMkLst>
        </pc:grpChg>
      </pc:sldChg>
    </pc:docChg>
  </pc:docChgLst>
  <pc:docChgLst>
    <pc:chgData name="Chanlin Naicker" userId="S::x24303852@student.ncirl.ie::dce6132d-2646-4493-9e9d-ef5de951a686" providerId="AD" clId="Web-{6AA9BE85-4429-82B6-7CF3-3EB604E644AF}"/>
    <pc:docChg chg="addSld delSld modSld">
      <pc:chgData name="Chanlin Naicker" userId="S::x24303852@student.ncirl.ie::dce6132d-2646-4493-9e9d-ef5de951a686" providerId="AD" clId="Web-{6AA9BE85-4429-82B6-7CF3-3EB604E644AF}" dt="2026-04-23T14:32:48.685" v="52" actId="20577"/>
      <pc:docMkLst>
        <pc:docMk/>
      </pc:docMkLst>
      <pc:sldChg chg="addSp delSp modSp del">
        <pc:chgData name="Chanlin Naicker" userId="S::x24303852@student.ncirl.ie::dce6132d-2646-4493-9e9d-ef5de951a686" providerId="AD" clId="Web-{6AA9BE85-4429-82B6-7CF3-3EB604E644AF}" dt="2026-04-23T14:31:57.465" v="48"/>
        <pc:sldMkLst>
          <pc:docMk/>
          <pc:sldMk cId="0" sldId="263"/>
        </pc:sldMkLst>
        <pc:spChg chg="add del mod">
          <ac:chgData name="Chanlin Naicker" userId="S::x24303852@student.ncirl.ie::dce6132d-2646-4493-9e9d-ef5de951a686" providerId="AD" clId="Web-{6AA9BE85-4429-82B6-7CF3-3EB604E644AF}" dt="2026-04-23T14:30:15.618" v="2"/>
          <ac:spMkLst>
            <pc:docMk/>
            <pc:sldMk cId="0" sldId="263"/>
            <ac:spMk id="7" creationId="{8E8495FA-618C-7385-4FCF-DE095CF9AD9E}"/>
          </ac:spMkLst>
        </pc:spChg>
      </pc:sldChg>
      <pc:sldChg chg="modSp add mod setBg">
        <pc:chgData name="Chanlin Naicker" userId="S::x24303852@student.ncirl.ie::dce6132d-2646-4493-9e9d-ef5de951a686" providerId="AD" clId="Web-{6AA9BE85-4429-82B6-7CF3-3EB604E644AF}" dt="2026-04-23T14:32:48.685" v="52" actId="20577"/>
        <pc:sldMkLst>
          <pc:docMk/>
          <pc:sldMk cId="2115306421" sldId="267"/>
        </pc:sldMkLst>
        <pc:spChg chg="mod">
          <ac:chgData name="Chanlin Naicker" userId="S::x24303852@student.ncirl.ie::dce6132d-2646-4493-9e9d-ef5de951a686" providerId="AD" clId="Web-{6AA9BE85-4429-82B6-7CF3-3EB604E644AF}" dt="2026-04-23T14:31:41.746" v="8"/>
          <ac:spMkLst>
            <pc:docMk/>
            <pc:sldMk cId="2115306421" sldId="267"/>
            <ac:spMk id="2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46" v="9"/>
          <ac:spMkLst>
            <pc:docMk/>
            <pc:sldMk cId="2115306421" sldId="267"/>
            <ac:spMk id="3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46" v="10"/>
          <ac:spMkLst>
            <pc:docMk/>
            <pc:sldMk cId="2115306421" sldId="267"/>
            <ac:spMk id="4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2:48.685" v="52" actId="20577"/>
          <ac:spMkLst>
            <pc:docMk/>
            <pc:sldMk cId="2115306421" sldId="267"/>
            <ac:spMk id="5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808" v="45"/>
          <ac:spMkLst>
            <pc:docMk/>
            <pc:sldMk cId="2115306421" sldId="267"/>
            <ac:spMk id="8" creationId="{272147AE-B791-CD11-324D-FBBAAC4B9F82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808" v="46"/>
          <ac:spMkLst>
            <pc:docMk/>
            <pc:sldMk cId="2115306421" sldId="267"/>
            <ac:spMk id="9" creationId="{A89BD523-B54C-6216-11A5-3F6037EE501D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2.949" v="47"/>
          <ac:spMkLst>
            <pc:docMk/>
            <pc:sldMk cId="2115306421" sldId="267"/>
            <ac:spMk id="10" creationId="{24DA3BA5-CE32-7BC3-4482-500B5D67C4CA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46" v="7"/>
          <ac:spMkLst>
            <pc:docMk/>
            <pc:sldMk cId="2115306421" sldId="267"/>
            <ac:spMk id="11" creationId="{89C3EB5A-3294-BA76-F388-B35B5904B55B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61" v="12"/>
          <ac:spMkLst>
            <pc:docMk/>
            <pc:sldMk cId="2115306421" sldId="267"/>
            <ac:spMk id="16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61" v="13"/>
          <ac:spMkLst>
            <pc:docMk/>
            <pc:sldMk cId="2115306421" sldId="267"/>
            <ac:spMk id="17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61" v="14"/>
          <ac:spMkLst>
            <pc:docMk/>
            <pc:sldMk cId="2115306421" sldId="267"/>
            <ac:spMk id="18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61" v="15"/>
          <ac:spMkLst>
            <pc:docMk/>
            <pc:sldMk cId="2115306421" sldId="267"/>
            <ac:spMk id="19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61" v="16"/>
          <ac:spMkLst>
            <pc:docMk/>
            <pc:sldMk cId="2115306421" sldId="267"/>
            <ac:spMk id="20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77" v="17"/>
          <ac:spMkLst>
            <pc:docMk/>
            <pc:sldMk cId="2115306421" sldId="267"/>
            <ac:spMk id="21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77" v="18"/>
          <ac:spMkLst>
            <pc:docMk/>
            <pc:sldMk cId="2115306421" sldId="267"/>
            <ac:spMk id="22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77" v="19"/>
          <ac:spMkLst>
            <pc:docMk/>
            <pc:sldMk cId="2115306421" sldId="267"/>
            <ac:spMk id="23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77" v="20"/>
          <ac:spMkLst>
            <pc:docMk/>
            <pc:sldMk cId="2115306421" sldId="267"/>
            <ac:spMk id="24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77" v="21"/>
          <ac:spMkLst>
            <pc:docMk/>
            <pc:sldMk cId="2115306421" sldId="267"/>
            <ac:spMk id="25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77" v="22"/>
          <ac:spMkLst>
            <pc:docMk/>
            <pc:sldMk cId="2115306421" sldId="267"/>
            <ac:spMk id="26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77" v="23"/>
          <ac:spMkLst>
            <pc:docMk/>
            <pc:sldMk cId="2115306421" sldId="267"/>
            <ac:spMk id="27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77" v="24"/>
          <ac:spMkLst>
            <pc:docMk/>
            <pc:sldMk cId="2115306421" sldId="267"/>
            <ac:spMk id="28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77" v="25"/>
          <ac:spMkLst>
            <pc:docMk/>
            <pc:sldMk cId="2115306421" sldId="267"/>
            <ac:spMk id="29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77" v="26"/>
          <ac:spMkLst>
            <pc:docMk/>
            <pc:sldMk cId="2115306421" sldId="267"/>
            <ac:spMk id="30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77" v="27"/>
          <ac:spMkLst>
            <pc:docMk/>
            <pc:sldMk cId="2115306421" sldId="267"/>
            <ac:spMk id="31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93" v="28"/>
          <ac:spMkLst>
            <pc:docMk/>
            <pc:sldMk cId="2115306421" sldId="267"/>
            <ac:spMk id="32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93" v="29"/>
          <ac:spMkLst>
            <pc:docMk/>
            <pc:sldMk cId="2115306421" sldId="267"/>
            <ac:spMk id="33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93" v="30"/>
          <ac:spMkLst>
            <pc:docMk/>
            <pc:sldMk cId="2115306421" sldId="267"/>
            <ac:spMk id="34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93" v="31"/>
          <ac:spMkLst>
            <pc:docMk/>
            <pc:sldMk cId="2115306421" sldId="267"/>
            <ac:spMk id="35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93" v="32"/>
          <ac:spMkLst>
            <pc:docMk/>
            <pc:sldMk cId="2115306421" sldId="267"/>
            <ac:spMk id="36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93" v="33"/>
          <ac:spMkLst>
            <pc:docMk/>
            <pc:sldMk cId="2115306421" sldId="267"/>
            <ac:spMk id="37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93" v="34"/>
          <ac:spMkLst>
            <pc:docMk/>
            <pc:sldMk cId="2115306421" sldId="267"/>
            <ac:spMk id="38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93" v="35"/>
          <ac:spMkLst>
            <pc:docMk/>
            <pc:sldMk cId="2115306421" sldId="267"/>
            <ac:spMk id="39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93" v="36"/>
          <ac:spMkLst>
            <pc:docMk/>
            <pc:sldMk cId="2115306421" sldId="267"/>
            <ac:spMk id="40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93" v="37"/>
          <ac:spMkLst>
            <pc:docMk/>
            <pc:sldMk cId="2115306421" sldId="267"/>
            <ac:spMk id="41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93" v="38"/>
          <ac:spMkLst>
            <pc:docMk/>
            <pc:sldMk cId="2115306421" sldId="267"/>
            <ac:spMk id="42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93" v="39"/>
          <ac:spMkLst>
            <pc:docMk/>
            <pc:sldMk cId="2115306421" sldId="267"/>
            <ac:spMk id="43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93" v="40"/>
          <ac:spMkLst>
            <pc:docMk/>
            <pc:sldMk cId="2115306421" sldId="267"/>
            <ac:spMk id="44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93" v="41"/>
          <ac:spMkLst>
            <pc:docMk/>
            <pc:sldMk cId="2115306421" sldId="267"/>
            <ac:spMk id="45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93" v="42"/>
          <ac:spMkLst>
            <pc:docMk/>
            <pc:sldMk cId="2115306421" sldId="267"/>
            <ac:spMk id="46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793" v="43"/>
          <ac:spMkLst>
            <pc:docMk/>
            <pc:sldMk cId="2115306421" sldId="267"/>
            <ac:spMk id="47" creationId="{00000000-0000-0000-0000-000000000000}"/>
          </ac:spMkLst>
        </pc:spChg>
        <pc:spChg chg="mod">
          <ac:chgData name="Chanlin Naicker" userId="S::x24303852@student.ncirl.ie::dce6132d-2646-4493-9e9d-ef5de951a686" providerId="AD" clId="Web-{6AA9BE85-4429-82B6-7CF3-3EB604E644AF}" dt="2026-04-23T14:31:41.808" v="44"/>
          <ac:spMkLst>
            <pc:docMk/>
            <pc:sldMk cId="2115306421" sldId="267"/>
            <ac:spMk id="48" creationId="{00000000-0000-0000-0000-000000000000}"/>
          </ac:spMkLst>
        </pc:spChg>
      </pc:sldChg>
    </pc:docChg>
  </pc:docChgLst>
  <pc:docChgLst>
    <pc:chgData name="Marcio Pereira De Lima" userId="S::x25143549@student.ncirl.ie::05d8ec01-9b36-4088-8db0-5075e5d99453" providerId="AD" clId="Web-{2BADE63E-C424-62B1-D2C4-B9E52B45FF54}"/>
    <pc:docChg chg="modSld">
      <pc:chgData name="Marcio Pereira De Lima" userId="S::x25143549@student.ncirl.ie::05d8ec01-9b36-4088-8db0-5075e5d99453" providerId="AD" clId="Web-{2BADE63E-C424-62B1-D2C4-B9E52B45FF54}" dt="2026-04-23T10:07:54.473" v="263"/>
      <pc:docMkLst>
        <pc:docMk/>
      </pc:docMkLst>
      <pc:sldChg chg="modSp modNotes">
        <pc:chgData name="Marcio Pereira De Lima" userId="S::x25143549@student.ncirl.ie::05d8ec01-9b36-4088-8db0-5075e5d99453" providerId="AD" clId="Web-{2BADE63E-C424-62B1-D2C4-B9E52B45FF54}" dt="2026-04-23T09:44:54.008" v="239"/>
        <pc:sldMkLst>
          <pc:docMk/>
          <pc:sldMk cId="0" sldId="258"/>
        </pc:sldMkLst>
        <pc:spChg chg="mod">
          <ac:chgData name="Marcio Pereira De Lima" userId="S::x25143549@student.ncirl.ie::05d8ec01-9b36-4088-8db0-5075e5d99453" providerId="AD" clId="Web-{2BADE63E-C424-62B1-D2C4-B9E52B45FF54}" dt="2026-04-23T09:42:53.662" v="202" actId="20577"/>
          <ac:spMkLst>
            <pc:docMk/>
            <pc:sldMk cId="0" sldId="258"/>
            <ac:spMk id="6" creationId="{779ED4B3-FF10-3329-31CF-A7DEE565A985}"/>
          </ac:spMkLst>
        </pc:spChg>
      </pc:sldChg>
      <pc:sldChg chg="addSp modSp modNotes">
        <pc:chgData name="Marcio Pereira De Lima" userId="S::x25143549@student.ncirl.ie::05d8ec01-9b36-4088-8db0-5075e5d99453" providerId="AD" clId="Web-{2BADE63E-C424-62B1-D2C4-B9E52B45FF54}" dt="2026-04-23T10:07:54.473" v="263"/>
        <pc:sldMkLst>
          <pc:docMk/>
          <pc:sldMk cId="0" sldId="262"/>
        </pc:sldMkLst>
        <pc:spChg chg="mod">
          <ac:chgData name="Marcio Pereira De Lima" userId="S::x25143549@student.ncirl.ie::05d8ec01-9b36-4088-8db0-5075e5d99453" providerId="AD" clId="Web-{2BADE63E-C424-62B1-D2C4-B9E52B45FF54}" dt="2026-04-23T09:10:11.829" v="96" actId="1076"/>
          <ac:spMkLst>
            <pc:docMk/>
            <pc:sldMk cId="0" sldId="262"/>
            <ac:spMk id="6" creationId="{C5AFC3B3-2827-F0FF-B485-487BC7BD83EE}"/>
          </ac:spMkLst>
        </pc:spChg>
        <pc:spChg chg="mod">
          <ac:chgData name="Marcio Pereira De Lima" userId="S::x25143549@student.ncirl.ie::05d8ec01-9b36-4088-8db0-5075e5d99453" providerId="AD" clId="Web-{2BADE63E-C424-62B1-D2C4-B9E52B45FF54}" dt="2026-04-23T09:09:56.079" v="95" actId="20577"/>
          <ac:spMkLst>
            <pc:docMk/>
            <pc:sldMk cId="0" sldId="262"/>
            <ac:spMk id="7" creationId="{AAECA4F0-345F-5FD6-330A-E43D1EFD2762}"/>
          </ac:spMkLst>
        </pc:spChg>
        <pc:spChg chg="add mod">
          <ac:chgData name="Marcio Pereira De Lima" userId="S::x25143549@student.ncirl.ie::05d8ec01-9b36-4088-8db0-5075e5d99453" providerId="AD" clId="Web-{2BADE63E-C424-62B1-D2C4-B9E52B45FF54}" dt="2026-04-23T09:09:05.765" v="92" actId="1076"/>
          <ac:spMkLst>
            <pc:docMk/>
            <pc:sldMk cId="0" sldId="262"/>
            <ac:spMk id="8" creationId="{658A8F36-29AE-139B-2554-32B3D7C1BFFC}"/>
          </ac:spMkLst>
        </pc:spChg>
      </pc:sldChg>
    </pc:docChg>
  </pc:docChgLst>
  <pc:docChgLst>
    <pc:chgData name="Ya Wai Thone" userId="S::x24264245@student.ncirl.ie::aa5b291d-ce5b-48a4-8a54-9f65e25b7798" providerId="AD" clId="Web-{C377E1B7-20A8-A04E-9C59-316458E92644}"/>
    <pc:docChg chg="delSld modSld">
      <pc:chgData name="Ya Wai Thone" userId="S::x24264245@student.ncirl.ie::aa5b291d-ce5b-48a4-8a54-9f65e25b7798" providerId="AD" clId="Web-{C377E1B7-20A8-A04E-9C59-316458E92644}" dt="2026-04-21T15:33:56.456" v="9"/>
      <pc:docMkLst>
        <pc:docMk/>
      </pc:docMkLst>
    </pc:docChg>
  </pc:docChgLst>
  <pc:docChgLst>
    <pc:chgData name="Marcio Pereira De Lima" userId="S::x25143549@student.ncirl.ie::05d8ec01-9b36-4088-8db0-5075e5d99453" providerId="AD" clId="Web-{3E6D0F81-9432-2C89-B26D-1405C11CAE9E}"/>
    <pc:docChg chg="mod modSld">
      <pc:chgData name="Marcio Pereira De Lima" userId="S::x25143549@student.ncirl.ie::05d8ec01-9b36-4088-8db0-5075e5d99453" providerId="AD" clId="Web-{3E6D0F81-9432-2C89-B26D-1405C11CAE9E}" dt="2026-04-22T13:09:25.740" v="2"/>
      <pc:docMkLst>
        <pc:docMk/>
      </pc:docMkLst>
      <pc:sldChg chg="modSp">
        <pc:chgData name="Marcio Pereira De Lima" userId="S::x25143549@student.ncirl.ie::05d8ec01-9b36-4088-8db0-5075e5d99453" providerId="AD" clId="Web-{3E6D0F81-9432-2C89-B26D-1405C11CAE9E}" dt="2026-04-21T13:46:22.492" v="0" actId="20577"/>
        <pc:sldMkLst>
          <pc:docMk/>
          <pc:sldMk cId="0" sldId="256"/>
        </pc:sldMkLst>
        <pc:spChg chg="mod">
          <ac:chgData name="Marcio Pereira De Lima" userId="S::x25143549@student.ncirl.ie::05d8ec01-9b36-4088-8db0-5075e5d99453" providerId="AD" clId="Web-{3E6D0F81-9432-2C89-B26D-1405C11CAE9E}" dt="2026-04-21T13:46:22.492" v="0" actId="20577"/>
          <ac:spMkLst>
            <pc:docMk/>
            <pc:sldMk cId="0" sldId="256"/>
            <ac:spMk id="60" creationId="{8261A07D-D570-75AE-501D-F2906F48A9DB}"/>
          </ac:spMkLst>
        </pc:spChg>
      </pc:sldChg>
    </pc:docChg>
  </pc:docChgLst>
  <pc:docChgLst>
    <pc:chgData name="Chanlin Naicker" userId="S::x24303852@student.ncirl.ie::dce6132d-2646-4493-9e9d-ef5de951a686" providerId="AD" clId="Web-{1AC6E065-93E7-2DA2-39F0-17FB50AED274}"/>
    <pc:docChg chg="modSld">
      <pc:chgData name="Chanlin Naicker" userId="S::x24303852@student.ncirl.ie::dce6132d-2646-4493-9e9d-ef5de951a686" providerId="AD" clId="Web-{1AC6E065-93E7-2DA2-39F0-17FB50AED274}" dt="2026-04-23T19:33:06.319" v="5"/>
      <pc:docMkLst>
        <pc:docMk/>
      </pc:docMkLst>
      <pc:sldChg chg="modNotes">
        <pc:chgData name="Chanlin Naicker" userId="S::x24303852@student.ncirl.ie::dce6132d-2646-4493-9e9d-ef5de951a686" providerId="AD" clId="Web-{1AC6E065-93E7-2DA2-39F0-17FB50AED274}" dt="2026-04-23T19:32:48.724" v="0"/>
        <pc:sldMkLst>
          <pc:docMk/>
          <pc:sldMk cId="0" sldId="256"/>
        </pc:sldMkLst>
      </pc:sldChg>
      <pc:sldChg chg="modNotes">
        <pc:chgData name="Chanlin Naicker" userId="S::x24303852@student.ncirl.ie::dce6132d-2646-4493-9e9d-ef5de951a686" providerId="AD" clId="Web-{1AC6E065-93E7-2DA2-39F0-17FB50AED274}" dt="2026-04-23T19:32:51.318" v="1"/>
        <pc:sldMkLst>
          <pc:docMk/>
          <pc:sldMk cId="0" sldId="257"/>
        </pc:sldMkLst>
      </pc:sldChg>
      <pc:sldChg chg="modNotes">
        <pc:chgData name="Chanlin Naicker" userId="S::x24303852@student.ncirl.ie::dce6132d-2646-4493-9e9d-ef5de951a686" providerId="AD" clId="Web-{1AC6E065-93E7-2DA2-39F0-17FB50AED274}" dt="2026-04-23T19:32:57.881" v="3"/>
        <pc:sldMkLst>
          <pc:docMk/>
          <pc:sldMk cId="0" sldId="258"/>
        </pc:sldMkLst>
      </pc:sldChg>
      <pc:sldChg chg="modNotes">
        <pc:chgData name="Chanlin Naicker" userId="S::x24303852@student.ncirl.ie::dce6132d-2646-4493-9e9d-ef5de951a686" providerId="AD" clId="Web-{1AC6E065-93E7-2DA2-39F0-17FB50AED274}" dt="2026-04-23T19:33:06.319" v="5"/>
        <pc:sldMkLst>
          <pc:docMk/>
          <pc:sldMk cId="0" sldId="262"/>
        </pc:sldMkLst>
      </pc:sldChg>
      <pc:sldChg chg="modNotes">
        <pc:chgData name="Chanlin Naicker" userId="S::x24303852@student.ncirl.ie::dce6132d-2646-4493-9e9d-ef5de951a686" providerId="AD" clId="Web-{1AC6E065-93E7-2DA2-39F0-17FB50AED274}" dt="2026-04-23T19:32:54.443" v="2"/>
        <pc:sldMkLst>
          <pc:docMk/>
          <pc:sldMk cId="0" sldId="266"/>
        </pc:sldMkLst>
      </pc:sldChg>
    </pc:docChg>
  </pc:docChgLst>
</pc:chgInfo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F663E78-53FF-471D-A1E2-9EF2770A2347}" authorId="{2992BAFB-0684-AD8B-F453-52384AD5EC82}" status="resolved" created="2026-04-22T20:18:16.702" startDate="2026-04-22T20:18:16.702" dueDate="2026-04-22T20:18:16.702" assignedTo="{50055486-83F0-5251-ECCE-BEC2C0BE7BCC}" complete="100000" title="@Marcio Pereira De Lima - maybe just add the tableau points here - just to align with the diagram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2"/>
      <ac:spMk id="6" creationId="{C5AFC3B3-2827-F0FF-B485-487BC7BD83EE}"/>
      <ac:txMk cp="8" len="8">
        <ac:context len="238" hash="60900105"/>
      </ac:txMk>
    </ac:txMkLst>
    <p188:pos x="2971800" y="391885"/>
    <p188:txBody>
      <a:bodyPr/>
      <a:lstStyle/>
      <a:p>
        <a:r>
          <a:rPr lang="en-GB"/>
          <a:t>[@Marcio Pereira De Lima] - maybe just add the tableau points here - just to align with the diagram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4-22T20:18:16.702" id="{EAF5AEDF-E4E8-47C0-BD91-D974423BE5C9}">
              <p228:atrbtn authorId="{2992BAFB-0684-AD8B-F453-52384AD5EC82}"/>
              <p228:anchr>
                <p228:comment id="{4F663E78-53FF-471D-A1E2-9EF2770A2347}"/>
              </p228:anchr>
              <p228:add/>
            </p228:event>
            <p228:event time="2026-04-22T20:18:16.702" id="{4FC902E9-8F8F-43BD-B788-0F27FCCA4DAD}">
              <p228:atrbtn authorId="{2992BAFB-0684-AD8B-F453-52384AD5EC82}"/>
              <p228:anchr>
                <p228:comment id="{4F663E78-53FF-471D-A1E2-9EF2770A2347}"/>
              </p228:anchr>
              <p228:asgn authorId="{50055486-83F0-5251-ECCE-BEC2C0BE7BCC}"/>
            </p228:event>
            <p228:event time="2026-04-22T20:18:16.702" id="{BFA17D1A-E116-463B-895C-BF32364B85B3}">
              <p228:atrbtn authorId="{2992BAFB-0684-AD8B-F453-52384AD5EC82}"/>
              <p228:anchr>
                <p228:comment id="{4F663E78-53FF-471D-A1E2-9EF2770A2347}"/>
              </p228:anchr>
              <p228:title val="@Marcio Pereira De Lima - maybe just add the tableau points here - just to align with the diagram"/>
            </p228:event>
            <p228:event time="2026-04-22T20:18:16.702" id="{25E86B76-3FFE-47D7-BA54-ED54A7098237}">
              <p228:atrbtn authorId="{2992BAFB-0684-AD8B-F453-52384AD5EC82}"/>
              <p228:anchr>
                <p228:comment id="{4F663E78-53FF-471D-A1E2-9EF2770A2347}"/>
              </p228:anchr>
              <p228:date stDt="2026-04-22T20:18:16.702" endDt="2026-04-22T20:18:16.702"/>
            </p228:event>
            <p228:event time="2026-04-23T09:12:06.580" id="{2B00CCAF-1CA3-4E6B-A84C-57594777670C}">
              <p228:atrbtn authorId="{50055486-83F0-5251-ECCE-BEC2C0BE7BCC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5AF71-05ED-412E-BABF-D4EC8C7D3857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C1386-20D0-42F6-B1FA-382AE67E06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0642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C1386-20D0-42F6-B1FA-382AE67E06C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485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C1386-20D0-42F6-B1FA-382AE67E06C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472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GB">
              <a:latin typeface="Aptos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C1386-20D0-42F6-B1FA-382AE67E06C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2738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GB">
                <a:latin typeface="Aptos"/>
                <a:ea typeface="Calibri"/>
                <a:cs typeface="Calibri"/>
              </a:rPr>
              <a:t> </a:t>
            </a:r>
            <a:endParaRPr lang="en-US">
              <a:latin typeface="Aptos"/>
              <a:ea typeface="Calibri"/>
              <a:cs typeface="Calibri"/>
            </a:endParaRPr>
          </a:p>
          <a:p>
            <a:pPr algn="just"/>
            <a:r>
              <a:rPr lang="en-GB">
                <a:latin typeface="Aptos"/>
                <a:ea typeface="Calibri"/>
                <a:cs typeface="Calibri"/>
              </a:rPr>
              <a:t>This slide shows how our system is structured from data to decision-making.</a:t>
            </a:r>
            <a:endParaRPr lang="en-US">
              <a:latin typeface="Aptos"/>
              <a:ea typeface="Calibri"/>
              <a:cs typeface="Calibri"/>
            </a:endParaRPr>
          </a:p>
          <a:p>
            <a:pPr algn="just"/>
            <a:r>
              <a:rPr lang="en-GB">
                <a:latin typeface="Aptos"/>
                <a:ea typeface="Calibri"/>
                <a:cs typeface="Calibri"/>
              </a:rPr>
              <a:t> </a:t>
            </a:r>
            <a:endParaRPr lang="en-US">
              <a:latin typeface="Aptos"/>
              <a:ea typeface="Calibri"/>
              <a:cs typeface="Calibri"/>
            </a:endParaRPr>
          </a:p>
          <a:p>
            <a:pPr algn="just"/>
            <a:r>
              <a:rPr lang="en-GB">
                <a:latin typeface="Aptos"/>
                <a:ea typeface="Calibri"/>
                <a:cs typeface="Calibri"/>
              </a:rPr>
              <a:t>We start with operational data such as ticket bookings, food orders, and customer data, which are collected across the business.</a:t>
            </a:r>
            <a:endParaRPr lang="en-US">
              <a:latin typeface="Aptos"/>
              <a:ea typeface="Calibri"/>
              <a:cs typeface="Calibri"/>
            </a:endParaRPr>
          </a:p>
          <a:p>
            <a:pPr algn="just"/>
            <a:r>
              <a:rPr lang="en-GB">
                <a:latin typeface="Aptos"/>
                <a:ea typeface="Calibri"/>
                <a:cs typeface="Calibri"/>
              </a:rPr>
              <a:t> </a:t>
            </a:r>
            <a:endParaRPr lang="en-US">
              <a:latin typeface="Aptos"/>
              <a:ea typeface="Calibri"/>
              <a:cs typeface="Calibri"/>
            </a:endParaRPr>
          </a:p>
          <a:p>
            <a:pPr algn="just"/>
            <a:r>
              <a:rPr lang="en-GB">
                <a:latin typeface="Aptos"/>
                <a:ea typeface="Calibri"/>
                <a:cs typeface="Calibri"/>
              </a:rPr>
              <a:t>This data is then prepared and integrated into a structured data model, allowing us to connect different areas like bookings, food sales, and customer behaviour.</a:t>
            </a:r>
            <a:endParaRPr lang="en-US">
              <a:latin typeface="Aptos"/>
              <a:ea typeface="Calibri"/>
              <a:cs typeface="Calibri"/>
            </a:endParaRPr>
          </a:p>
          <a:p>
            <a:pPr algn="just"/>
            <a:r>
              <a:rPr lang="en-GB">
                <a:latin typeface="Aptos"/>
                <a:ea typeface="Calibri"/>
                <a:cs typeface="Calibri"/>
              </a:rPr>
              <a:t> </a:t>
            </a:r>
            <a:endParaRPr lang="en-US">
              <a:latin typeface="Aptos"/>
              <a:ea typeface="Calibri"/>
              <a:cs typeface="Calibri"/>
            </a:endParaRPr>
          </a:p>
          <a:p>
            <a:pPr algn="just"/>
            <a:r>
              <a:rPr lang="en-GB">
                <a:latin typeface="Aptos"/>
                <a:ea typeface="Calibri"/>
                <a:cs typeface="Calibri"/>
              </a:rPr>
              <a:t>From there, the data feeds into Tableau dashboards, where we analyse the main KPIs and reports.</a:t>
            </a:r>
            <a:endParaRPr lang="en-US">
              <a:latin typeface="Aptos"/>
              <a:ea typeface="Calibri"/>
              <a:cs typeface="Calibri"/>
            </a:endParaRPr>
          </a:p>
          <a:p>
            <a:pPr algn="just"/>
            <a:r>
              <a:rPr lang="en-GB">
                <a:latin typeface="Aptos"/>
                <a:ea typeface="Calibri"/>
                <a:cs typeface="Calibri"/>
              </a:rPr>
              <a:t> </a:t>
            </a:r>
            <a:endParaRPr lang="en-US">
              <a:latin typeface="Aptos"/>
              <a:ea typeface="Calibri"/>
              <a:cs typeface="Calibri"/>
            </a:endParaRPr>
          </a:p>
          <a:p>
            <a:pPr algn="just"/>
            <a:r>
              <a:rPr lang="en-GB">
                <a:latin typeface="Aptos"/>
                <a:ea typeface="Calibri"/>
                <a:cs typeface="Calibri"/>
              </a:rPr>
              <a:t>Also, Salesforce acts as the central CRM layer, where we manage customer profiles, automate feedback, and run marketing campaigns.</a:t>
            </a:r>
            <a:endParaRPr lang="en-US">
              <a:latin typeface="Aptos"/>
              <a:ea typeface="Calibri"/>
              <a:cs typeface="Calibri"/>
            </a:endParaRPr>
          </a:p>
          <a:p>
            <a:pPr algn="just"/>
            <a:r>
              <a:rPr lang="en-GB">
                <a:latin typeface="Aptos"/>
                <a:ea typeface="Calibri"/>
                <a:cs typeface="Calibri"/>
              </a:rPr>
              <a:t> </a:t>
            </a:r>
            <a:endParaRPr lang="en-US">
              <a:latin typeface="Aptos"/>
              <a:ea typeface="Calibri"/>
              <a:cs typeface="Calibri"/>
            </a:endParaRPr>
          </a:p>
          <a:p>
            <a:pPr algn="just"/>
            <a:r>
              <a:rPr lang="en-GB">
                <a:latin typeface="Aptos"/>
                <a:ea typeface="Calibri"/>
                <a:cs typeface="Calibri"/>
              </a:rPr>
              <a:t>Together, this creates a connected system that improves operational visibility and supports better decision-making across the business.</a:t>
            </a:r>
            <a:endParaRPr lang="en-US">
              <a:latin typeface="Aptos"/>
              <a:ea typeface="Calibri"/>
              <a:cs typeface="Calibri"/>
            </a:endParaRPr>
          </a:p>
          <a:p>
            <a:pPr algn="just"/>
            <a:r>
              <a:rPr lang="en-GB">
                <a:latin typeface="Aptos"/>
                <a:ea typeface="Calibri"/>
                <a:cs typeface="Calibri"/>
              </a:rPr>
              <a:t>  </a:t>
            </a:r>
            <a:endParaRPr lang="en-US">
              <a:latin typeface="Aptos"/>
              <a:ea typeface="Calibri"/>
              <a:cs typeface="Calibri"/>
            </a:endParaRPr>
          </a:p>
          <a:p>
            <a:pPr algn="just"/>
            <a:r>
              <a:rPr lang="en-GB">
                <a:latin typeface="Aptos"/>
                <a:ea typeface="Calibri"/>
                <a:cs typeface="Calibri"/>
              </a:rPr>
              <a:t>Now, we will briefly show how this translates into the dashboard and how management can actually use this data.</a:t>
            </a:r>
            <a:endParaRPr lang="en-US">
              <a:latin typeface="Aptos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C1386-20D0-42F6-B1FA-382AE67E06C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0493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9334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6_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3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600" y="0"/>
            <a:ext cx="15544800" cy="10461381"/>
            <a:chOff x="0" y="-38100"/>
            <a:chExt cx="2183387" cy="2747433"/>
          </a:xfrm>
          <a:solidFill>
            <a:srgbClr val="FFF5F5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2183387" cy="2709333"/>
            </a:xfrm>
            <a:custGeom>
              <a:avLst/>
              <a:gdLst/>
              <a:ahLst/>
              <a:cxnLst/>
              <a:rect l="l" t="t" r="r" b="b"/>
              <a:pathLst>
                <a:path w="2183387" h="2709333">
                  <a:moveTo>
                    <a:pt x="0" y="0"/>
                  </a:moveTo>
                  <a:lnTo>
                    <a:pt x="2183387" y="0"/>
                  </a:lnTo>
                  <a:lnTo>
                    <a:pt x="2183387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83387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A47DBB44-8480-AA34-55C0-98C5AFCCB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766864"/>
            <a:ext cx="13868400" cy="3458252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8970C259-6F83-EC46-DFEC-EDB59C4741D9}"/>
              </a:ext>
            </a:extLst>
          </p:cNvPr>
          <p:cNvSpPr txBox="1"/>
          <p:nvPr/>
        </p:nvSpPr>
        <p:spPr>
          <a:xfrm>
            <a:off x="3886200" y="20608"/>
            <a:ext cx="10210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71"/>
              </a:lnSpc>
            </a:pPr>
            <a:r>
              <a:rPr lang="en-US" sz="1800" spc="308">
                <a:latin typeface="Footlight MT Light" panose="0204060206030A020304" pitchFamily="18" charset="0"/>
                <a:ea typeface="IM Fell"/>
                <a:cs typeface="Courier New" panose="02070309020205020404" pitchFamily="49" charset="0"/>
                <a:sym typeface="IM Fell"/>
              </a:rPr>
              <a:t>BUSINESS INTELLIGENCE AND BUSINESS ANALYTICS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4D92D7-5BFC-4BFB-EE50-2E71503307F5}"/>
              </a:ext>
            </a:extLst>
          </p:cNvPr>
          <p:cNvSpPr txBox="1"/>
          <p:nvPr/>
        </p:nvSpPr>
        <p:spPr>
          <a:xfrm>
            <a:off x="4267200" y="9794976"/>
            <a:ext cx="10210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71"/>
              </a:lnSpc>
            </a:pPr>
            <a:r>
              <a:rPr lang="en-US" sz="1800" spc="308">
                <a:latin typeface="Footlight MT Light" panose="0204060206030A020304" pitchFamily="18" charset="0"/>
                <a:ea typeface="IM Fell"/>
                <a:cs typeface="IM Fell"/>
                <a:sym typeface="IM Fell"/>
              </a:rPr>
              <a:t>24 APRIL 2026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261A07D-D570-75AE-501D-F2906F48A9DB}"/>
              </a:ext>
            </a:extLst>
          </p:cNvPr>
          <p:cNvSpPr txBox="1"/>
          <p:nvPr/>
        </p:nvSpPr>
        <p:spPr>
          <a:xfrm>
            <a:off x="3886200" y="9066959"/>
            <a:ext cx="1120140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2400">
                <a:latin typeface="Footlight MT Light"/>
              </a:rPr>
              <a:t>Team Trident:  Chanlin Naicker &amp; Marcio Pereira De Lima &amp; Ya Wai Thone  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A216F1E1-5054-67B7-E69B-3C3747CDF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995" y="7043760"/>
            <a:ext cx="5339210" cy="1269352"/>
          </a:xfrm>
          <a:prstGeom prst="rect">
            <a:avLst/>
          </a:prstGeom>
        </p:spPr>
      </p:pic>
      <p:sp>
        <p:nvSpPr>
          <p:cNvPr id="65" name="Freeform 26">
            <a:extLst>
              <a:ext uri="{FF2B5EF4-FFF2-40B4-BE49-F238E27FC236}">
                <a16:creationId xmlns:a16="http://schemas.microsoft.com/office/drawing/2014/main" id="{B8AE5910-1D3B-3960-DD39-56300F4337D8}"/>
              </a:ext>
            </a:extLst>
          </p:cNvPr>
          <p:cNvSpPr/>
          <p:nvPr/>
        </p:nvSpPr>
        <p:spPr>
          <a:xfrm>
            <a:off x="7485914" y="1220041"/>
            <a:ext cx="3316172" cy="2790181"/>
          </a:xfrm>
          <a:custGeom>
            <a:avLst/>
            <a:gdLst/>
            <a:ahLst/>
            <a:cxnLst/>
            <a:rect l="l" t="t" r="r" b="b"/>
            <a:pathLst>
              <a:path w="8156344" h="7978387">
                <a:moveTo>
                  <a:pt x="0" y="0"/>
                </a:moveTo>
                <a:lnTo>
                  <a:pt x="8156343" y="0"/>
                </a:lnTo>
                <a:lnTo>
                  <a:pt x="8156343" y="7978388"/>
                </a:lnTo>
                <a:lnTo>
                  <a:pt x="0" y="7978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6" name="Freeform 30">
            <a:extLst>
              <a:ext uri="{FF2B5EF4-FFF2-40B4-BE49-F238E27FC236}">
                <a16:creationId xmlns:a16="http://schemas.microsoft.com/office/drawing/2014/main" id="{6F09013E-6CAB-ABB0-EEA1-F67B41A64379}"/>
              </a:ext>
            </a:extLst>
          </p:cNvPr>
          <p:cNvSpPr/>
          <p:nvPr/>
        </p:nvSpPr>
        <p:spPr>
          <a:xfrm>
            <a:off x="8281766" y="564056"/>
            <a:ext cx="1724468" cy="2877911"/>
          </a:xfrm>
          <a:custGeom>
            <a:avLst/>
            <a:gdLst/>
            <a:ahLst/>
            <a:cxnLst/>
            <a:rect l="l" t="t" r="r" b="b"/>
            <a:pathLst>
              <a:path w="4369169" h="8229600">
                <a:moveTo>
                  <a:pt x="0" y="0"/>
                </a:moveTo>
                <a:lnTo>
                  <a:pt x="4369169" y="0"/>
                </a:lnTo>
                <a:lnTo>
                  <a:pt x="436916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3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92388" y="3758780"/>
            <a:ext cx="6565009" cy="1211302"/>
            <a:chOff x="0" y="-57150"/>
            <a:chExt cx="1109068" cy="3061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09068" cy="185552"/>
            </a:xfrm>
            <a:custGeom>
              <a:avLst/>
              <a:gdLst/>
              <a:ahLst/>
              <a:cxnLst/>
              <a:rect l="l" t="t" r="r" b="b"/>
              <a:pathLst>
                <a:path w="1109068" h="185552">
                  <a:moveTo>
                    <a:pt x="92776" y="0"/>
                  </a:moveTo>
                  <a:lnTo>
                    <a:pt x="1016291" y="0"/>
                  </a:lnTo>
                  <a:cubicBezTo>
                    <a:pt x="1040897" y="0"/>
                    <a:pt x="1064495" y="9775"/>
                    <a:pt x="1081894" y="27174"/>
                  </a:cubicBezTo>
                  <a:cubicBezTo>
                    <a:pt x="1099293" y="44572"/>
                    <a:pt x="1109068" y="68170"/>
                    <a:pt x="1109068" y="92776"/>
                  </a:cubicBezTo>
                  <a:lnTo>
                    <a:pt x="1109068" y="92776"/>
                  </a:lnTo>
                  <a:cubicBezTo>
                    <a:pt x="1109068" y="144015"/>
                    <a:pt x="1067530" y="185552"/>
                    <a:pt x="1016291" y="185552"/>
                  </a:cubicBezTo>
                  <a:lnTo>
                    <a:pt x="92776" y="185552"/>
                  </a:lnTo>
                  <a:cubicBezTo>
                    <a:pt x="68170" y="185552"/>
                    <a:pt x="44572" y="175778"/>
                    <a:pt x="27174" y="158379"/>
                  </a:cubicBezTo>
                  <a:cubicBezTo>
                    <a:pt x="9775" y="140980"/>
                    <a:pt x="0" y="117382"/>
                    <a:pt x="0" y="92776"/>
                  </a:cubicBezTo>
                  <a:lnTo>
                    <a:pt x="0" y="92776"/>
                  </a:lnTo>
                  <a:cubicBezTo>
                    <a:pt x="0" y="68170"/>
                    <a:pt x="9775" y="44572"/>
                    <a:pt x="27174" y="27174"/>
                  </a:cubicBezTo>
                  <a:cubicBezTo>
                    <a:pt x="44572" y="9775"/>
                    <a:pt x="68170" y="0"/>
                    <a:pt x="92776" y="0"/>
                  </a:cubicBezTo>
                  <a:close/>
                </a:path>
              </a:pathLst>
            </a:custGeom>
            <a:solidFill>
              <a:srgbClr val="FFF5F5"/>
            </a:solidFill>
            <a:ln w="9525" cap="rnd">
              <a:solidFill>
                <a:srgbClr val="92150B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109068" cy="306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2150B"/>
                  </a:solidFill>
                  <a:latin typeface="Poppins"/>
                  <a:ea typeface="Poppins"/>
                  <a:cs typeface="Poppins"/>
                  <a:sym typeface="Poppins"/>
                </a:rPr>
                <a:t>A cinema experience, reimagined</a:t>
              </a:r>
            </a:p>
          </p:txBody>
        </p:sp>
      </p:grpSp>
      <p:sp>
        <p:nvSpPr>
          <p:cNvPr id="5" name="AutoShape 5"/>
          <p:cNvSpPr/>
          <p:nvPr/>
        </p:nvSpPr>
        <p:spPr>
          <a:xfrm flipH="1">
            <a:off x="6746681" y="-5037811"/>
            <a:ext cx="0" cy="17445711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 flipH="1">
            <a:off x="-229337" y="9258300"/>
            <a:ext cx="1851733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7" name="AutoShape 7"/>
          <p:cNvSpPr/>
          <p:nvPr/>
        </p:nvSpPr>
        <p:spPr>
          <a:xfrm flipH="1">
            <a:off x="-229337" y="1038225"/>
            <a:ext cx="1851733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8192388" y="1255218"/>
            <a:ext cx="9626481" cy="2704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20"/>
              </a:lnSpc>
            </a:pPr>
            <a:r>
              <a:rPr lang="en-US" sz="6560" b="1" spc="-236">
                <a:solidFill>
                  <a:srgbClr val="FFF5F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Introduction </a:t>
            </a:r>
          </a:p>
          <a:p>
            <a:pPr algn="l">
              <a:lnSpc>
                <a:spcPts val="7020"/>
              </a:lnSpc>
            </a:pPr>
            <a:r>
              <a:rPr lang="en-US" sz="6560" b="1" spc="-236">
                <a:solidFill>
                  <a:srgbClr val="FFF5F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and </a:t>
            </a:r>
            <a:r>
              <a:rPr lang="en-US" sz="6560" b="1" spc="-236" err="1">
                <a:solidFill>
                  <a:srgbClr val="FFF5F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Organisational</a:t>
            </a:r>
            <a:r>
              <a:rPr lang="en-US" sz="6560" b="1" spc="-236">
                <a:solidFill>
                  <a:srgbClr val="FFF5F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Overview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31675" y="6038440"/>
            <a:ext cx="10739681" cy="3077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23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5F5"/>
                </a:solidFill>
                <a:latin typeface="Poppins"/>
                <a:ea typeface="Poppins"/>
                <a:cs typeface="Poppins"/>
                <a:sym typeface="Poppins"/>
              </a:rPr>
              <a:t>Atelier is an independent dine-in cinema that is family-owned and was established in 2018 in Dublin 2. It offers a premium entertainment experience by combining curated film screenings with in-seat dining in an intimate boutique setting.</a:t>
            </a:r>
            <a:endParaRPr lang="en-US" sz="2000">
              <a:solidFill>
                <a:srgbClr val="FFF5F5"/>
              </a:solidFill>
              <a:latin typeface="Poppins"/>
              <a:ea typeface="Poppins"/>
              <a:cs typeface="Poppins"/>
            </a:endParaRPr>
          </a:p>
          <a:p>
            <a:pPr marL="285750" indent="-285750" algn="just">
              <a:lnSpc>
                <a:spcPts val="23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000">
              <a:solidFill>
                <a:srgbClr val="FFF5F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85750" indent="-285750" algn="just">
              <a:lnSpc>
                <a:spcPts val="23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5F5"/>
                </a:solidFill>
                <a:latin typeface="Poppins"/>
                <a:ea typeface="Poppins"/>
                <a:cs typeface="Poppins"/>
                <a:sym typeface="Poppins"/>
              </a:rPr>
              <a:t>The cinema was designed as an alternative to the conventional multiplexes.</a:t>
            </a:r>
            <a:endParaRPr lang="en-US" sz="2000">
              <a:solidFill>
                <a:srgbClr val="FFF5F5"/>
              </a:solidFill>
              <a:latin typeface="Poppins"/>
              <a:ea typeface="Poppins"/>
              <a:cs typeface="Poppins"/>
            </a:endParaRPr>
          </a:p>
          <a:p>
            <a:pPr marL="285750" indent="-285750" algn="just">
              <a:lnSpc>
                <a:spcPts val="23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000">
              <a:solidFill>
                <a:srgbClr val="FFF5F5"/>
              </a:solidFill>
              <a:latin typeface="Poppins"/>
              <a:ea typeface="Poppins"/>
              <a:cs typeface="Poppins"/>
            </a:endParaRPr>
          </a:p>
          <a:p>
            <a:pPr marL="285750" indent="-285750" algn="just">
              <a:lnSpc>
                <a:spcPts val="23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5F5"/>
                </a:solidFill>
                <a:latin typeface="Poppins"/>
                <a:ea typeface="Poppins"/>
                <a:cs typeface="Poppins"/>
                <a:sym typeface="Poppins"/>
              </a:rPr>
              <a:t>Atelier is currently experiencing growing competition with streaming platforms and mega movie chains even though it has a unique business model. This has led to a decrease in attendance, customer loyalty and profitability.</a:t>
            </a:r>
            <a:endParaRPr lang="en-US" sz="2000">
              <a:solidFill>
                <a:srgbClr val="FFF5F5"/>
              </a:solidFill>
              <a:latin typeface="Poppins"/>
              <a:ea typeface="Poppins"/>
              <a:cs typeface="Poppin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BDACC51-5694-4AB4-5995-BC10B0D13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67" y="1350779"/>
            <a:ext cx="5883599" cy="3619305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8625C72-E254-D5A3-1CA8-1BCC76DDC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72" y="5143500"/>
            <a:ext cx="5883594" cy="396796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push/>
      </p:transition>
    </mc:Choice>
    <mc:Fallback>
      <p:transition spd="slow">
        <p:push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" y="0"/>
            <a:ext cx="6972300" cy="10287000"/>
          </a:xfrm>
          <a:prstGeom prst="rect">
            <a:avLst/>
          </a:prstGeom>
          <a:solidFill>
            <a:srgbClr val="973735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4" name="Text 2"/>
          <p:cNvSpPr/>
          <p:nvPr/>
        </p:nvSpPr>
        <p:spPr>
          <a:xfrm>
            <a:off x="640080" y="1068088"/>
            <a:ext cx="6035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5200" b="1">
                <a:solidFill>
                  <a:srgbClr val="F5EFE6"/>
                </a:solidFill>
                <a:latin typeface="Poppins Medium" panose="00000600000000000000" pitchFamily="2" charset="0"/>
                <a:ea typeface="Georgia" pitchFamily="34" charset="-122"/>
                <a:cs typeface="Poppins Medium" panose="00000600000000000000" pitchFamily="2" charset="0"/>
              </a:rPr>
              <a:t>Methodological</a:t>
            </a:r>
            <a:endParaRPr lang="en-US" sz="520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r>
              <a:rPr lang="en-US" sz="5200" b="1">
                <a:solidFill>
                  <a:srgbClr val="F5EFE6"/>
                </a:solidFill>
                <a:latin typeface="Poppins Medium" panose="00000600000000000000" pitchFamily="2" charset="0"/>
                <a:ea typeface="Georgia" pitchFamily="34" charset="-122"/>
                <a:cs typeface="Poppins Medium" panose="00000600000000000000" pitchFamily="2" charset="0"/>
              </a:rPr>
              <a:t>Approach</a:t>
            </a:r>
            <a:endParaRPr lang="en-US" sz="520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33083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kern="0" spc="400">
                <a:solidFill>
                  <a:srgbClr val="E8C8A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Strategic Frameworks Applied</a:t>
            </a:r>
            <a:endParaRPr lang="en-US" sz="20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3847864"/>
            <a:ext cx="219456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7" name="Shape 5"/>
          <p:cNvSpPr/>
          <p:nvPr/>
        </p:nvSpPr>
        <p:spPr>
          <a:xfrm>
            <a:off x="640080" y="4217416"/>
            <a:ext cx="5669280" cy="640080"/>
          </a:xfrm>
          <a:prstGeom prst="rect">
            <a:avLst/>
          </a:prstGeom>
          <a:solidFill>
            <a:srgbClr val="6B101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36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4217416"/>
            <a:ext cx="109728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9" name="Text 7"/>
          <p:cNvSpPr/>
          <p:nvPr/>
        </p:nvSpPr>
        <p:spPr>
          <a:xfrm>
            <a:off x="914400" y="4217416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>
                <a:solidFill>
                  <a:srgbClr val="F5EFE6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Porter's Five Forces</a:t>
            </a:r>
            <a:endParaRPr lang="en-US" sz="2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5076952"/>
            <a:ext cx="5669280" cy="640080"/>
          </a:xfrm>
          <a:prstGeom prst="rect">
            <a:avLst/>
          </a:prstGeom>
          <a:solidFill>
            <a:srgbClr val="6B101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1" name="Shape 9"/>
          <p:cNvSpPr/>
          <p:nvPr/>
        </p:nvSpPr>
        <p:spPr>
          <a:xfrm>
            <a:off x="640080" y="5076952"/>
            <a:ext cx="109728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2" name="Text 10"/>
          <p:cNvSpPr/>
          <p:nvPr/>
        </p:nvSpPr>
        <p:spPr>
          <a:xfrm>
            <a:off x="914400" y="5076952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>
                <a:solidFill>
                  <a:srgbClr val="F5EFE6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SWOT Analysis</a:t>
            </a:r>
            <a:endParaRPr lang="en-US" sz="2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5936488"/>
            <a:ext cx="5669280" cy="640080"/>
          </a:xfrm>
          <a:prstGeom prst="rect">
            <a:avLst/>
          </a:prstGeom>
          <a:solidFill>
            <a:srgbClr val="6B101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4" name="Shape 12"/>
          <p:cNvSpPr/>
          <p:nvPr/>
        </p:nvSpPr>
        <p:spPr>
          <a:xfrm>
            <a:off x="640080" y="5936488"/>
            <a:ext cx="109728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5" name="Text 13"/>
          <p:cNvSpPr/>
          <p:nvPr/>
        </p:nvSpPr>
        <p:spPr>
          <a:xfrm>
            <a:off x="914400" y="593648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>
                <a:solidFill>
                  <a:srgbClr val="F5EFE6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Gap Analysis</a:t>
            </a:r>
            <a:endParaRPr lang="en-US" sz="2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6796024"/>
            <a:ext cx="5669280" cy="640080"/>
          </a:xfrm>
          <a:prstGeom prst="rect">
            <a:avLst/>
          </a:prstGeom>
          <a:solidFill>
            <a:srgbClr val="6B101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7" name="Shape 15"/>
          <p:cNvSpPr/>
          <p:nvPr/>
        </p:nvSpPr>
        <p:spPr>
          <a:xfrm>
            <a:off x="640080" y="6796024"/>
            <a:ext cx="109728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8" name="Text 16"/>
          <p:cNvSpPr/>
          <p:nvPr/>
        </p:nvSpPr>
        <p:spPr>
          <a:xfrm>
            <a:off x="914400" y="6796024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>
                <a:solidFill>
                  <a:srgbClr val="F5EFE6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Balanced Scorecard</a:t>
            </a:r>
            <a:endParaRPr lang="en-US" sz="2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680960" y="548640"/>
            <a:ext cx="10241280" cy="1737360"/>
          </a:xfrm>
          <a:prstGeom prst="rect">
            <a:avLst/>
          </a:prstGeom>
          <a:solidFill>
            <a:srgbClr val="FFF5F5"/>
          </a:solidFill>
          <a:ln w="6350">
            <a:solidFill>
              <a:schemeClr val="tx1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3600"/>
          </a:p>
        </p:txBody>
      </p:sp>
      <p:sp>
        <p:nvSpPr>
          <p:cNvPr id="20" name="Shape 18"/>
          <p:cNvSpPr/>
          <p:nvPr/>
        </p:nvSpPr>
        <p:spPr>
          <a:xfrm>
            <a:off x="7680960" y="548640"/>
            <a:ext cx="768096" cy="1737360"/>
          </a:xfrm>
          <a:prstGeom prst="rect">
            <a:avLst/>
          </a:prstGeom>
          <a:solidFill>
            <a:srgbClr val="973735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1" name="Text 19"/>
          <p:cNvSpPr/>
          <p:nvPr/>
        </p:nvSpPr>
        <p:spPr>
          <a:xfrm>
            <a:off x="7680960" y="548640"/>
            <a:ext cx="768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/>
          </a:p>
        </p:txBody>
      </p:sp>
      <p:sp>
        <p:nvSpPr>
          <p:cNvPr id="22" name="Text 20"/>
          <p:cNvSpPr/>
          <p:nvPr/>
        </p:nvSpPr>
        <p:spPr>
          <a:xfrm>
            <a:off x="8631936" y="694944"/>
            <a:ext cx="9107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00" b="1">
                <a:solidFill>
                  <a:srgbClr val="8B1A1A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Weak Session Profitability</a:t>
            </a:r>
            <a:endParaRPr lang="en-US" sz="2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631936" y="1225296"/>
            <a:ext cx="91074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>
                <a:solidFill>
                  <a:srgbClr val="4A303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High variability in occupancy and revenue across screening sessions, with no insight into which films or time slots yield strong returns</a:t>
            </a:r>
            <a:r>
              <a:rPr lang="en-US" sz="2000">
                <a:solidFill>
                  <a:srgbClr val="4A303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680960" y="2523744"/>
            <a:ext cx="10241280" cy="1737360"/>
          </a:xfrm>
          <a:prstGeom prst="rect">
            <a:avLst/>
          </a:prstGeom>
          <a:solidFill>
            <a:srgbClr val="FFF5F5"/>
          </a:solidFill>
          <a:ln w="6350">
            <a:solidFill>
              <a:schemeClr val="tx1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3600"/>
          </a:p>
        </p:txBody>
      </p:sp>
      <p:sp>
        <p:nvSpPr>
          <p:cNvPr id="25" name="Shape 23"/>
          <p:cNvSpPr/>
          <p:nvPr/>
        </p:nvSpPr>
        <p:spPr>
          <a:xfrm>
            <a:off x="7680960" y="2523744"/>
            <a:ext cx="768096" cy="1737360"/>
          </a:xfrm>
          <a:prstGeom prst="rect">
            <a:avLst/>
          </a:prstGeom>
          <a:solidFill>
            <a:srgbClr val="973735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6" name="Text 24"/>
          <p:cNvSpPr/>
          <p:nvPr/>
        </p:nvSpPr>
        <p:spPr>
          <a:xfrm>
            <a:off x="7680960" y="2523744"/>
            <a:ext cx="768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/>
          </a:p>
        </p:txBody>
      </p:sp>
      <p:sp>
        <p:nvSpPr>
          <p:cNvPr id="27" name="Text 25"/>
          <p:cNvSpPr/>
          <p:nvPr/>
        </p:nvSpPr>
        <p:spPr>
          <a:xfrm>
            <a:off x="8631936" y="2670048"/>
            <a:ext cx="9107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00" b="1">
                <a:solidFill>
                  <a:srgbClr val="8B1A1A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Limited Dine-In Sales</a:t>
            </a:r>
            <a:endParaRPr lang="en-US" sz="2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631936" y="3200400"/>
            <a:ext cx="91074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>
                <a:solidFill>
                  <a:srgbClr val="4A303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Customers </a:t>
            </a:r>
            <a:r>
              <a:rPr lang="en-US" sz="2000" err="1">
                <a:solidFill>
                  <a:srgbClr val="4A303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underutilise</a:t>
            </a:r>
            <a:r>
              <a:rPr lang="en-US" sz="2000">
                <a:solidFill>
                  <a:srgbClr val="4A303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 the dining service, purchasing single items only. The oversized menu also contributes to food wastage and inconsistency.</a:t>
            </a:r>
            <a:endParaRPr lang="en-US" sz="20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680960" y="4498848"/>
            <a:ext cx="10241280" cy="1737360"/>
          </a:xfrm>
          <a:prstGeom prst="rect">
            <a:avLst/>
          </a:prstGeom>
          <a:solidFill>
            <a:srgbClr val="FFF5F5"/>
          </a:solidFill>
          <a:ln w="6350">
            <a:solidFill>
              <a:schemeClr val="tx1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3600"/>
          </a:p>
        </p:txBody>
      </p:sp>
      <p:sp>
        <p:nvSpPr>
          <p:cNvPr id="30" name="Shape 28"/>
          <p:cNvSpPr/>
          <p:nvPr/>
        </p:nvSpPr>
        <p:spPr>
          <a:xfrm>
            <a:off x="7680960" y="4498848"/>
            <a:ext cx="768096" cy="1737360"/>
          </a:xfrm>
          <a:prstGeom prst="rect">
            <a:avLst/>
          </a:prstGeom>
          <a:solidFill>
            <a:srgbClr val="973735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1" name="Text 29"/>
          <p:cNvSpPr/>
          <p:nvPr/>
        </p:nvSpPr>
        <p:spPr>
          <a:xfrm>
            <a:off x="7680960" y="4498848"/>
            <a:ext cx="768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/>
          </a:p>
        </p:txBody>
      </p:sp>
      <p:sp>
        <p:nvSpPr>
          <p:cNvPr id="32" name="Text 30"/>
          <p:cNvSpPr/>
          <p:nvPr/>
        </p:nvSpPr>
        <p:spPr>
          <a:xfrm>
            <a:off x="8631936" y="4645152"/>
            <a:ext cx="9107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00" b="1">
                <a:solidFill>
                  <a:srgbClr val="8B1A1A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Disconnected Systems</a:t>
            </a:r>
            <a:endParaRPr lang="en-US" sz="2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631936" y="5175504"/>
            <a:ext cx="91074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>
                <a:solidFill>
                  <a:srgbClr val="4A303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Ticketing and food ordering operate independently, preventing management from correlating screening demand with food sales and staffing needs.</a:t>
            </a:r>
            <a:endParaRPr lang="en-US" sz="20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680960" y="6473952"/>
            <a:ext cx="10241280" cy="1737360"/>
          </a:xfrm>
          <a:prstGeom prst="rect">
            <a:avLst/>
          </a:prstGeom>
          <a:solidFill>
            <a:srgbClr val="FFF5F5"/>
          </a:solidFill>
          <a:ln w="6350">
            <a:solidFill>
              <a:schemeClr val="tx1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3600"/>
          </a:p>
        </p:txBody>
      </p:sp>
      <p:sp>
        <p:nvSpPr>
          <p:cNvPr id="35" name="Shape 33"/>
          <p:cNvSpPr/>
          <p:nvPr/>
        </p:nvSpPr>
        <p:spPr>
          <a:xfrm>
            <a:off x="7680960" y="6473952"/>
            <a:ext cx="768096" cy="1737360"/>
          </a:xfrm>
          <a:prstGeom prst="rect">
            <a:avLst/>
          </a:prstGeom>
          <a:solidFill>
            <a:srgbClr val="973735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6" name="Text 34"/>
          <p:cNvSpPr/>
          <p:nvPr/>
        </p:nvSpPr>
        <p:spPr>
          <a:xfrm>
            <a:off x="7680960" y="6473952"/>
            <a:ext cx="768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/>
          </a:p>
        </p:txBody>
      </p:sp>
      <p:sp>
        <p:nvSpPr>
          <p:cNvPr id="37" name="Text 35"/>
          <p:cNvSpPr/>
          <p:nvPr/>
        </p:nvSpPr>
        <p:spPr>
          <a:xfrm>
            <a:off x="8631936" y="6620256"/>
            <a:ext cx="9107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00" b="1">
                <a:solidFill>
                  <a:srgbClr val="8B1A1A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Low Customer Retention</a:t>
            </a:r>
            <a:endParaRPr lang="en-US" sz="2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631936" y="7150608"/>
            <a:ext cx="91074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>
                <a:solidFill>
                  <a:srgbClr val="4A303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No formal mechanism exists to identify returning customers, reward loyalty or deliver personalised recommendations to drive repeat visits.</a:t>
            </a:r>
            <a:endParaRPr lang="en-US" sz="20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680960" y="8449056"/>
            <a:ext cx="10241280" cy="1737360"/>
          </a:xfrm>
          <a:prstGeom prst="rect">
            <a:avLst/>
          </a:prstGeom>
          <a:solidFill>
            <a:srgbClr val="FFF5F5"/>
          </a:solidFill>
          <a:ln w="6350">
            <a:solidFill>
              <a:schemeClr val="tx1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3600"/>
          </a:p>
        </p:txBody>
      </p:sp>
      <p:sp>
        <p:nvSpPr>
          <p:cNvPr id="40" name="Shape 38"/>
          <p:cNvSpPr/>
          <p:nvPr/>
        </p:nvSpPr>
        <p:spPr>
          <a:xfrm>
            <a:off x="7680960" y="8449056"/>
            <a:ext cx="768096" cy="1737360"/>
          </a:xfrm>
          <a:prstGeom prst="rect">
            <a:avLst/>
          </a:prstGeom>
          <a:solidFill>
            <a:srgbClr val="973735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41" name="Text 39"/>
          <p:cNvSpPr/>
          <p:nvPr/>
        </p:nvSpPr>
        <p:spPr>
          <a:xfrm>
            <a:off x="7680960" y="8449056"/>
            <a:ext cx="768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/>
          </a:p>
        </p:txBody>
      </p:sp>
      <p:sp>
        <p:nvSpPr>
          <p:cNvPr id="42" name="Text 40"/>
          <p:cNvSpPr/>
          <p:nvPr/>
        </p:nvSpPr>
        <p:spPr>
          <a:xfrm>
            <a:off x="8631936" y="8595360"/>
            <a:ext cx="9107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00" b="1">
                <a:solidFill>
                  <a:srgbClr val="8B1A1A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Lack of Differentiation</a:t>
            </a:r>
            <a:endParaRPr lang="en-US" sz="2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631936" y="9125712"/>
            <a:ext cx="91074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>
                <a:solidFill>
                  <a:srgbClr val="4A303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The current experience lacks exclusivity and distinction, making Atelier difficult to position uniquely against boutique cinemas and streaming platforms.</a:t>
            </a:r>
            <a:endParaRPr lang="en-US" sz="20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680960" y="731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kern="0" spc="400">
                <a:solidFill>
                  <a:srgbClr val="5C202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KEY BUSINESS PROBLEMS IDENTIFIED:</a:t>
            </a:r>
            <a:endParaRPr lang="en-US" sz="16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07C126C7-A17F-0B16-D4D6-180B253C64A7}"/>
              </a:ext>
            </a:extLst>
          </p:cNvPr>
          <p:cNvSpPr/>
          <p:nvPr/>
        </p:nvSpPr>
        <p:spPr>
          <a:xfrm>
            <a:off x="2550413" y="7724648"/>
            <a:ext cx="2214373" cy="2389814"/>
          </a:xfrm>
          <a:custGeom>
            <a:avLst/>
            <a:gdLst/>
            <a:ahLst/>
            <a:cxnLst/>
            <a:rect l="l" t="t" r="r" b="b"/>
            <a:pathLst>
              <a:path w="7376003" h="7215072">
                <a:moveTo>
                  <a:pt x="0" y="0"/>
                </a:moveTo>
                <a:lnTo>
                  <a:pt x="7376003" y="0"/>
                </a:lnTo>
                <a:lnTo>
                  <a:pt x="7376003" y="7215071"/>
                </a:lnTo>
                <a:lnTo>
                  <a:pt x="0" y="7215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5" name="Freeform 9">
            <a:extLst>
              <a:ext uri="{FF2B5EF4-FFF2-40B4-BE49-F238E27FC236}">
                <a16:creationId xmlns:a16="http://schemas.microsoft.com/office/drawing/2014/main" id="{BEFB25BD-B603-2F03-BBFC-BC7B8185E58C}"/>
              </a:ext>
            </a:extLst>
          </p:cNvPr>
          <p:cNvSpPr/>
          <p:nvPr/>
        </p:nvSpPr>
        <p:spPr>
          <a:xfrm>
            <a:off x="3026701" y="8035783"/>
            <a:ext cx="1738085" cy="1752122"/>
          </a:xfrm>
          <a:custGeom>
            <a:avLst/>
            <a:gdLst/>
            <a:ahLst/>
            <a:cxnLst/>
            <a:rect l="l" t="t" r="r" b="b"/>
            <a:pathLst>
              <a:path w="6165148" h="6165148">
                <a:moveTo>
                  <a:pt x="0" y="0"/>
                </a:moveTo>
                <a:lnTo>
                  <a:pt x="6165148" y="0"/>
                </a:lnTo>
                <a:lnTo>
                  <a:pt x="6165148" y="6165148"/>
                </a:lnTo>
                <a:lnTo>
                  <a:pt x="0" y="61651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:push/>
      </p:transition>
    </mc:Choice>
    <mc:Fallback>
      <p:transition spd="slow">
        <p:push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0" y="9703221"/>
            <a:ext cx="18288000" cy="0"/>
          </a:xfrm>
          <a:prstGeom prst="line">
            <a:avLst/>
          </a:prstGeom>
          <a:ln w="19050" cap="flat">
            <a:solidFill>
              <a:srgbClr val="9215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4897100" y="3605407"/>
            <a:ext cx="3291149" cy="2590126"/>
          </a:xfrm>
          <a:custGeom>
            <a:avLst/>
            <a:gdLst/>
            <a:ahLst/>
            <a:cxnLst/>
            <a:rect l="l" t="t" r="r" b="b"/>
            <a:pathLst>
              <a:path w="8156344" h="7978387">
                <a:moveTo>
                  <a:pt x="0" y="0"/>
                </a:moveTo>
                <a:lnTo>
                  <a:pt x="8156344" y="0"/>
                </a:lnTo>
                <a:lnTo>
                  <a:pt x="8156344" y="7978388"/>
                </a:lnTo>
                <a:lnTo>
                  <a:pt x="0" y="7978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AutoShape 5"/>
          <p:cNvSpPr/>
          <p:nvPr/>
        </p:nvSpPr>
        <p:spPr>
          <a:xfrm flipH="1">
            <a:off x="0" y="1047750"/>
            <a:ext cx="18288000" cy="0"/>
          </a:xfrm>
          <a:prstGeom prst="line">
            <a:avLst/>
          </a:prstGeom>
          <a:ln w="19050" cap="flat">
            <a:solidFill>
              <a:srgbClr val="9215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203200" y="1095134"/>
            <a:ext cx="14150619" cy="1806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20"/>
              </a:lnSpc>
            </a:pPr>
            <a:r>
              <a:rPr lang="en-US" sz="6560" b="1" spc="-236">
                <a:solidFill>
                  <a:srgbClr val="92150B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Project </a:t>
            </a:r>
            <a:r>
              <a:rPr lang="en-US" sz="6600" b="1" spc="-236">
                <a:solidFill>
                  <a:srgbClr val="92150B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Objectives</a:t>
            </a:r>
            <a:r>
              <a:rPr lang="en-US" sz="6560" b="1" spc="-236">
                <a:solidFill>
                  <a:srgbClr val="92150B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+ Proposed Solution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9ED4B3-FF10-3329-31CF-A7DEE565A985}"/>
              </a:ext>
            </a:extLst>
          </p:cNvPr>
          <p:cNvSpPr txBox="1"/>
          <p:nvPr/>
        </p:nvSpPr>
        <p:spPr>
          <a:xfrm>
            <a:off x="0" y="2912583"/>
            <a:ext cx="14790143" cy="6186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§"/>
            </a:pPr>
            <a:r>
              <a:rPr lang="en-US" sz="2200">
                <a:latin typeface="Poppins"/>
                <a:ea typeface="Open Sans"/>
                <a:cs typeface="Poppins"/>
              </a:rPr>
              <a:t>Resign </a:t>
            </a:r>
            <a:r>
              <a:rPr lang="en-US" sz="2200" b="0" i="0">
                <a:latin typeface="Poppins"/>
                <a:ea typeface="Open Sans"/>
                <a:cs typeface="Poppins"/>
              </a:rPr>
              <a:t>the </a:t>
            </a:r>
            <a:r>
              <a:rPr lang="en-US" sz="2200">
                <a:latin typeface="Poppins"/>
                <a:ea typeface="Open Sans"/>
                <a:cs typeface="Poppins"/>
              </a:rPr>
              <a:t>business model through </a:t>
            </a:r>
            <a:r>
              <a:rPr lang="en-US" sz="2200" b="0" i="0">
                <a:latin typeface="Poppins"/>
                <a:ea typeface="Open Sans"/>
                <a:cs typeface="Poppins"/>
              </a:rPr>
              <a:t>a </a:t>
            </a:r>
            <a:r>
              <a:rPr lang="en-US" sz="2200">
                <a:latin typeface="Poppins"/>
                <a:ea typeface="Open Sans"/>
                <a:cs typeface="Poppins"/>
              </a:rPr>
              <a:t>combined </a:t>
            </a:r>
            <a:r>
              <a:rPr lang="en-US" sz="2200" b="0" i="0">
                <a:latin typeface="Poppins"/>
                <a:ea typeface="Open Sans"/>
                <a:cs typeface="Poppins"/>
              </a:rPr>
              <a:t>BI and CRM </a:t>
            </a:r>
            <a:r>
              <a:rPr lang="en-US" sz="2200">
                <a:latin typeface="Poppins"/>
                <a:ea typeface="Open Sans"/>
                <a:cs typeface="Poppins"/>
              </a:rPr>
              <a:t>solution</a:t>
            </a:r>
          </a:p>
          <a:p>
            <a:pPr marL="342900" indent="-342900">
              <a:buFont typeface="Wingdings"/>
              <a:buChar char="§"/>
            </a:pPr>
            <a:endParaRPr lang="en-US" sz="2200">
              <a:latin typeface="Poppins"/>
              <a:ea typeface="Open Sans"/>
              <a:cs typeface="Poppins"/>
            </a:endParaRPr>
          </a:p>
          <a:p>
            <a:pPr marL="342900" indent="-342900">
              <a:buFont typeface="Wingdings"/>
              <a:buChar char="§"/>
            </a:pPr>
            <a:r>
              <a:rPr lang="en-US" sz="2200">
                <a:latin typeface="Poppins"/>
                <a:ea typeface="Open Sans"/>
                <a:cs typeface="Poppins"/>
              </a:rPr>
              <a:t>Tableau </a:t>
            </a:r>
            <a:r>
              <a:rPr lang="en-US" sz="2200" b="0" i="0">
                <a:latin typeface="Poppins"/>
                <a:ea typeface="Open Sans"/>
                <a:cs typeface="Poppins"/>
              </a:rPr>
              <a:t>dashboards to </a:t>
            </a:r>
            <a:r>
              <a:rPr lang="en-US" sz="2200">
                <a:latin typeface="Poppins"/>
                <a:ea typeface="Open Sans"/>
                <a:cs typeface="Poppins"/>
              </a:rPr>
              <a:t>be used for cinema</a:t>
            </a:r>
            <a:r>
              <a:rPr lang="en-US" sz="2200" b="0" i="0">
                <a:latin typeface="Poppins"/>
                <a:ea typeface="Open Sans"/>
                <a:cs typeface="Poppins"/>
              </a:rPr>
              <a:t>, </a:t>
            </a:r>
            <a:r>
              <a:rPr lang="en-US" sz="2200">
                <a:latin typeface="Poppins"/>
                <a:ea typeface="Open Sans"/>
                <a:cs typeface="Poppins"/>
              </a:rPr>
              <a:t>concession</a:t>
            </a:r>
            <a:r>
              <a:rPr lang="en-US" sz="2200" b="0" i="0">
                <a:latin typeface="Poppins"/>
                <a:ea typeface="Open Sans"/>
                <a:cs typeface="Poppins"/>
              </a:rPr>
              <a:t> and </a:t>
            </a:r>
            <a:r>
              <a:rPr lang="en-US" sz="2200">
                <a:latin typeface="Poppins"/>
                <a:ea typeface="Open Sans"/>
                <a:cs typeface="Poppins"/>
              </a:rPr>
              <a:t>customer </a:t>
            </a:r>
            <a:r>
              <a:rPr lang="en-US" sz="2200" err="1">
                <a:latin typeface="Poppins"/>
                <a:ea typeface="Open Sans"/>
                <a:cs typeface="Poppins"/>
              </a:rPr>
              <a:t>behaviour</a:t>
            </a:r>
            <a:endParaRPr lang="en-US" sz="2200" err="1">
              <a:latin typeface="Poppins"/>
              <a:ea typeface="Calibri"/>
              <a:cs typeface="Poppins"/>
            </a:endParaRPr>
          </a:p>
          <a:p>
            <a:pPr marL="342900" indent="-342900">
              <a:buFont typeface="Wingdings"/>
              <a:buChar char="§"/>
            </a:pPr>
            <a:endParaRPr lang="en-US" sz="2200">
              <a:latin typeface="Poppins"/>
              <a:ea typeface="Open Sans"/>
              <a:cs typeface="Poppins"/>
            </a:endParaRPr>
          </a:p>
          <a:p>
            <a:pPr marL="342900" indent="-342900">
              <a:buFont typeface="Wingdings"/>
              <a:buChar char="§"/>
            </a:pPr>
            <a:r>
              <a:rPr lang="en-US" sz="2200">
                <a:latin typeface="Poppins"/>
                <a:ea typeface="Open Sans"/>
                <a:cs typeface="Poppins"/>
              </a:rPr>
              <a:t>Salesforce CRM as a </a:t>
            </a:r>
            <a:r>
              <a:rPr lang="en-US" sz="2200" err="1">
                <a:latin typeface="Poppins"/>
                <a:ea typeface="Open Sans"/>
                <a:cs typeface="Poppins"/>
              </a:rPr>
              <a:t>centralised</a:t>
            </a:r>
            <a:r>
              <a:rPr lang="en-US" sz="2200">
                <a:latin typeface="Poppins"/>
                <a:ea typeface="Open Sans"/>
                <a:cs typeface="Poppins"/>
              </a:rPr>
              <a:t> customer management </a:t>
            </a:r>
            <a:endParaRPr lang="en-US" sz="2200">
              <a:latin typeface="Poppins"/>
              <a:ea typeface="Calibri"/>
              <a:cs typeface="Poppins"/>
            </a:endParaRPr>
          </a:p>
          <a:p>
            <a:pPr marL="342900" indent="-342900">
              <a:buFont typeface="Wingdings"/>
              <a:buChar char="§"/>
            </a:pPr>
            <a:endParaRPr lang="en-US" sz="2200">
              <a:latin typeface="Poppins"/>
              <a:ea typeface="Open Sans"/>
              <a:cs typeface="Poppins"/>
            </a:endParaRPr>
          </a:p>
          <a:p>
            <a:pPr marL="342900" indent="-342900">
              <a:buFont typeface="Wingdings"/>
              <a:buChar char="§"/>
            </a:pPr>
            <a:r>
              <a:rPr lang="en-US" sz="2200">
                <a:latin typeface="Poppins"/>
                <a:ea typeface="Open Sans"/>
                <a:cs typeface="Poppins"/>
              </a:rPr>
              <a:t>Targeted campaigns and membership tiers, survey and feedback tracking for service improvement  </a:t>
            </a:r>
            <a:endParaRPr lang="en-US" sz="2200">
              <a:latin typeface="Poppins"/>
              <a:ea typeface="Calibri"/>
              <a:cs typeface="Poppins"/>
            </a:endParaRPr>
          </a:p>
          <a:p>
            <a:pPr marL="342900" indent="-342900">
              <a:buFont typeface="Wingdings"/>
              <a:buChar char="§"/>
            </a:pPr>
            <a:endParaRPr lang="en-US" sz="2200">
              <a:latin typeface="Poppins"/>
              <a:ea typeface="Open Sans"/>
              <a:cs typeface="Poppins"/>
            </a:endParaRPr>
          </a:p>
          <a:p>
            <a:pPr marL="342900" indent="-342900">
              <a:buFont typeface="Wingdings"/>
              <a:buChar char="§"/>
            </a:pPr>
            <a:r>
              <a:rPr lang="en-US" sz="2200">
                <a:latin typeface="Poppins"/>
                <a:ea typeface="Open Sans"/>
                <a:cs typeface="Poppins"/>
              </a:rPr>
              <a:t>Better visibility between bookings and food demand </a:t>
            </a:r>
            <a:endParaRPr lang="en-US" sz="2200">
              <a:latin typeface="Poppins"/>
              <a:ea typeface="Calibri"/>
              <a:cs typeface="Poppins"/>
            </a:endParaRPr>
          </a:p>
          <a:p>
            <a:pPr marL="342900" indent="-342900">
              <a:buFont typeface="Wingdings"/>
              <a:buChar char="§"/>
            </a:pPr>
            <a:endParaRPr lang="en-US" sz="2200">
              <a:latin typeface="Poppins"/>
              <a:ea typeface="Open Sans"/>
              <a:cs typeface="Poppins"/>
            </a:endParaRPr>
          </a:p>
          <a:p>
            <a:pPr marL="342900" indent="-342900">
              <a:buFont typeface="Wingdings"/>
              <a:buChar char="§"/>
            </a:pPr>
            <a:r>
              <a:rPr lang="en-US" sz="2200">
                <a:latin typeface="Poppins"/>
                <a:ea typeface="Open Sans"/>
                <a:cs typeface="Poppins"/>
              </a:rPr>
              <a:t>On-Demand menu </a:t>
            </a:r>
            <a:r>
              <a:rPr lang="en-US" sz="2200" b="0" i="0">
                <a:latin typeface="Poppins"/>
                <a:ea typeface="Open Sans"/>
                <a:cs typeface="Poppins"/>
              </a:rPr>
              <a:t>and </a:t>
            </a:r>
            <a:r>
              <a:rPr lang="en-US" sz="2200">
                <a:latin typeface="Poppins"/>
                <a:ea typeface="Open Sans"/>
                <a:cs typeface="Poppins"/>
              </a:rPr>
              <a:t>scheduling decisions.  QR-based menu or preorder support to reduce queue delays</a:t>
            </a:r>
            <a:endParaRPr lang="en-US" sz="2200">
              <a:latin typeface="Poppins"/>
              <a:ea typeface="Calibri"/>
              <a:cs typeface="Poppins"/>
            </a:endParaRPr>
          </a:p>
          <a:p>
            <a:pPr marL="342900" indent="-342900">
              <a:buFont typeface="Wingdings"/>
              <a:buChar char="§"/>
            </a:pPr>
            <a:endParaRPr lang="en-US" sz="2200">
              <a:latin typeface="Poppins"/>
              <a:ea typeface="Open Sans"/>
              <a:cs typeface="Poppins"/>
            </a:endParaRPr>
          </a:p>
          <a:p>
            <a:pPr marL="342900" indent="-342900">
              <a:buFont typeface="Wingdings"/>
              <a:buChar char="§"/>
            </a:pPr>
            <a:r>
              <a:rPr lang="en-US" sz="2200">
                <a:latin typeface="Poppins"/>
                <a:ea typeface="+mn-lt"/>
                <a:cs typeface="Poppins"/>
              </a:rPr>
              <a:t>A more differentiated and data-driven cinema experience</a:t>
            </a:r>
          </a:p>
          <a:p>
            <a:pPr marL="342900" indent="-342900">
              <a:buFont typeface="Wingdings"/>
              <a:buChar char="§"/>
            </a:pPr>
            <a:endParaRPr lang="en-US" sz="2200">
              <a:latin typeface="Poppins"/>
              <a:ea typeface="Open Sans"/>
              <a:cs typeface="Poppins"/>
            </a:endParaRPr>
          </a:p>
          <a:p>
            <a:pPr marL="342900" indent="-342900">
              <a:buFont typeface="Wingdings"/>
              <a:buChar char="§"/>
            </a:pPr>
            <a:r>
              <a:rPr lang="en-US" sz="2200">
                <a:latin typeface="Poppins"/>
                <a:ea typeface="Open Sans"/>
                <a:cs typeface="Poppins"/>
              </a:rPr>
              <a:t>Provide management with a more coordinated operational </a:t>
            </a:r>
            <a:r>
              <a:rPr lang="en-US" sz="2200" b="0" i="0">
                <a:latin typeface="Poppins"/>
                <a:ea typeface="Open Sans"/>
                <a:cs typeface="Poppins"/>
              </a:rPr>
              <a:t>and </a:t>
            </a:r>
            <a:r>
              <a:rPr lang="en-US" sz="2200">
                <a:latin typeface="Poppins"/>
                <a:ea typeface="Open Sans"/>
                <a:cs typeface="Poppins"/>
              </a:rPr>
              <a:t>data driven decision-making process.</a:t>
            </a:r>
            <a:br>
              <a:rPr lang="en-US" sz="2400" b="0" i="0">
                <a:latin typeface="Poppins"/>
                <a:ea typeface="Open Sans"/>
                <a:cs typeface="Poppins"/>
              </a:rPr>
            </a:br>
            <a:endParaRPr lang="en-US" sz="2200">
              <a:solidFill>
                <a:srgbClr val="172B4D"/>
              </a:solidFill>
              <a:latin typeface="Poppins"/>
              <a:ea typeface="Open Sans"/>
              <a:cs typeface="Poppins"/>
            </a:endParaRP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9C4324A9-7872-BF39-F846-FD11E88D97AC}"/>
              </a:ext>
            </a:extLst>
          </p:cNvPr>
          <p:cNvSpPr/>
          <p:nvPr/>
        </p:nvSpPr>
        <p:spPr>
          <a:xfrm>
            <a:off x="15214328" y="3851537"/>
            <a:ext cx="2647157" cy="2104223"/>
          </a:xfrm>
          <a:custGeom>
            <a:avLst/>
            <a:gdLst/>
            <a:ahLst/>
            <a:cxnLst/>
            <a:rect l="l" t="t" r="r" b="b"/>
            <a:pathLst>
              <a:path w="4327228" h="4114800">
                <a:moveTo>
                  <a:pt x="0" y="0"/>
                </a:moveTo>
                <a:lnTo>
                  <a:pt x="4327228" y="0"/>
                </a:lnTo>
                <a:lnTo>
                  <a:pt x="43272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3A0F27F-CD10-BE3F-F670-70C5365EBBDC}"/>
              </a:ext>
            </a:extLst>
          </p:cNvPr>
          <p:cNvCxnSpPr/>
          <p:nvPr/>
        </p:nvCxnSpPr>
        <p:spPr>
          <a:xfrm>
            <a:off x="14857695" y="1047262"/>
            <a:ext cx="18709" cy="8658618"/>
          </a:xfrm>
          <a:prstGeom prst="straightConnector1">
            <a:avLst/>
          </a:prstGeom>
          <a:ln>
            <a:solidFill>
              <a:srgbClr val="84130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3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4630400" cy="10287000"/>
            <a:chOff x="0" y="0"/>
            <a:chExt cx="2183387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83387" cy="2709333"/>
            </a:xfrm>
            <a:custGeom>
              <a:avLst/>
              <a:gdLst/>
              <a:ahLst/>
              <a:cxnLst/>
              <a:rect l="l" t="t" r="r" b="b"/>
              <a:pathLst>
                <a:path w="2183387" h="2709333">
                  <a:moveTo>
                    <a:pt x="0" y="0"/>
                  </a:moveTo>
                  <a:lnTo>
                    <a:pt x="2183387" y="0"/>
                  </a:lnTo>
                  <a:lnTo>
                    <a:pt x="218338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5F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83387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38607" y="227206"/>
            <a:ext cx="10872293" cy="2211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6600" b="1" spc="-441">
                <a:solidFill>
                  <a:srgbClr val="92150B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System Overview and Data Model</a:t>
            </a:r>
          </a:p>
        </p:txBody>
      </p:sp>
      <p:sp>
        <p:nvSpPr>
          <p:cNvPr id="32" name="Freeform 8">
            <a:extLst>
              <a:ext uri="{FF2B5EF4-FFF2-40B4-BE49-F238E27FC236}">
                <a16:creationId xmlns:a16="http://schemas.microsoft.com/office/drawing/2014/main" id="{42CE9C51-EA4A-77D8-CC70-33466ECA2868}"/>
              </a:ext>
            </a:extLst>
          </p:cNvPr>
          <p:cNvSpPr/>
          <p:nvPr/>
        </p:nvSpPr>
        <p:spPr>
          <a:xfrm>
            <a:off x="14961693" y="127000"/>
            <a:ext cx="3187700" cy="2858893"/>
          </a:xfrm>
          <a:custGeom>
            <a:avLst/>
            <a:gdLst/>
            <a:ahLst/>
            <a:cxnLst/>
            <a:rect l="l" t="t" r="r" b="b"/>
            <a:pathLst>
              <a:path w="8156344" h="7978387">
                <a:moveTo>
                  <a:pt x="0" y="0"/>
                </a:moveTo>
                <a:lnTo>
                  <a:pt x="8156344" y="0"/>
                </a:lnTo>
                <a:lnTo>
                  <a:pt x="8156344" y="7978388"/>
                </a:lnTo>
                <a:lnTo>
                  <a:pt x="0" y="7978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3" name="Freeform 9">
            <a:extLst>
              <a:ext uri="{FF2B5EF4-FFF2-40B4-BE49-F238E27FC236}">
                <a16:creationId xmlns:a16="http://schemas.microsoft.com/office/drawing/2014/main" id="{918401F7-1427-50F9-D56A-A257B0E07646}"/>
              </a:ext>
            </a:extLst>
          </p:cNvPr>
          <p:cNvSpPr/>
          <p:nvPr/>
        </p:nvSpPr>
        <p:spPr>
          <a:xfrm>
            <a:off x="15767162" y="491402"/>
            <a:ext cx="1576762" cy="2130087"/>
          </a:xfrm>
          <a:custGeom>
            <a:avLst/>
            <a:gdLst/>
            <a:ahLst/>
            <a:cxnLst/>
            <a:rect l="l" t="t" r="r" b="b"/>
            <a:pathLst>
              <a:path w="5114256" h="6587449">
                <a:moveTo>
                  <a:pt x="0" y="0"/>
                </a:moveTo>
                <a:lnTo>
                  <a:pt x="5114256" y="0"/>
                </a:lnTo>
                <a:lnTo>
                  <a:pt x="5114256" y="6587449"/>
                </a:lnTo>
                <a:lnTo>
                  <a:pt x="0" y="65874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5" name="Picture 4" descr="A diagram of a customer service&#10;&#10;AI-generated content may be incorrect.">
            <a:extLst>
              <a:ext uri="{FF2B5EF4-FFF2-40B4-BE49-F238E27FC236}">
                <a16:creationId xmlns:a16="http://schemas.microsoft.com/office/drawing/2014/main" id="{5C3E48FD-35FD-D640-BF05-7AE06290C8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8793" y="2568623"/>
            <a:ext cx="8757845" cy="20673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ECA4F0-345F-5FD6-330A-E43D1EFD2762}"/>
              </a:ext>
            </a:extLst>
          </p:cNvPr>
          <p:cNvSpPr txBox="1"/>
          <p:nvPr/>
        </p:nvSpPr>
        <p:spPr>
          <a:xfrm>
            <a:off x="7316890" y="8280434"/>
            <a:ext cx="5973398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§"/>
            </a:pPr>
            <a:r>
              <a:rPr lang="en-US" sz="2200" b="1">
                <a:latin typeface="Poppins"/>
                <a:ea typeface="Open Sans"/>
                <a:cs typeface="Poppins"/>
              </a:rPr>
              <a:t>CRM Integration:</a:t>
            </a:r>
            <a:endParaRPr lang="en-US" b="1">
              <a:ea typeface="Calibri"/>
              <a:cs typeface="Calibri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200">
                <a:latin typeface="Poppins"/>
                <a:ea typeface="Open Sans"/>
                <a:cs typeface="Poppins"/>
              </a:rPr>
              <a:t>Customer Profile Management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200">
                <a:latin typeface="Poppins"/>
                <a:ea typeface="Open Sans"/>
                <a:cs typeface="Poppins"/>
              </a:rPr>
              <a:t>Automated Feedback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200">
                <a:latin typeface="Poppins"/>
                <a:ea typeface="Open Sans"/>
                <a:cs typeface="Poppins"/>
              </a:rPr>
              <a:t>Marketing Campaign Automation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200">
                <a:latin typeface="Poppins"/>
                <a:ea typeface="Open Sans"/>
                <a:cs typeface="Poppins"/>
              </a:rPr>
              <a:t>Food Suppliers and Inventory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AFC3B3-2827-F0FF-B485-487BC7BD83EE}"/>
              </a:ext>
            </a:extLst>
          </p:cNvPr>
          <p:cNvSpPr txBox="1"/>
          <p:nvPr/>
        </p:nvSpPr>
        <p:spPr>
          <a:xfrm>
            <a:off x="1111279" y="5143828"/>
            <a:ext cx="4859335" cy="44935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,Sans-Serif"/>
              <a:buChar char="§"/>
            </a:pPr>
            <a:r>
              <a:rPr lang="en-US" sz="2200" b="1">
                <a:latin typeface="Poppins"/>
                <a:ea typeface="Open Sans"/>
                <a:cs typeface="Poppins"/>
              </a:rPr>
              <a:t>Database Design:</a:t>
            </a:r>
            <a:endParaRPr lang="en-US" b="1">
              <a:ea typeface="Calibri"/>
              <a:cs typeface="Calibri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200">
                <a:latin typeface="Poppins"/>
                <a:ea typeface="Open Sans"/>
                <a:cs typeface="Poppins"/>
              </a:rPr>
              <a:t>Cinema Performance</a:t>
            </a:r>
          </a:p>
          <a:p>
            <a:pPr marL="1257300" lvl="2" indent="-342900">
              <a:buFont typeface="Wingdings"/>
              <a:buChar char="§"/>
            </a:pPr>
            <a:r>
              <a:rPr lang="en-US" sz="2200">
                <a:latin typeface="Poppins"/>
                <a:ea typeface="Open Sans"/>
                <a:cs typeface="Poppins"/>
              </a:rPr>
              <a:t>Movies</a:t>
            </a:r>
          </a:p>
          <a:p>
            <a:pPr marL="1257300" lvl="2" indent="-342900">
              <a:buFont typeface="Wingdings"/>
              <a:buChar char="§"/>
            </a:pPr>
            <a:r>
              <a:rPr lang="en-US" sz="2200">
                <a:latin typeface="Poppins"/>
                <a:ea typeface="Open Sans"/>
                <a:cs typeface="Poppins"/>
              </a:rPr>
              <a:t>Screenings</a:t>
            </a:r>
          </a:p>
          <a:p>
            <a:pPr marL="1257300" lvl="2" indent="-342900">
              <a:buFont typeface="Wingdings"/>
              <a:buChar char="§"/>
            </a:pPr>
            <a:r>
              <a:rPr lang="en-US" sz="2200">
                <a:latin typeface="Poppins"/>
                <a:ea typeface="Open Sans"/>
                <a:cs typeface="Poppins"/>
              </a:rPr>
              <a:t>Historical Ticket Sales</a:t>
            </a:r>
          </a:p>
          <a:p>
            <a:pPr marL="800100" lvl="1" indent="-342900">
              <a:buFont typeface="Courier New,monospace"/>
              <a:buChar char="o"/>
            </a:pPr>
            <a:r>
              <a:rPr lang="en-US" sz="2200">
                <a:latin typeface="Poppins"/>
                <a:ea typeface="Open Sans"/>
                <a:cs typeface="Poppins"/>
              </a:rPr>
              <a:t>Concession Performance</a:t>
            </a:r>
          </a:p>
          <a:p>
            <a:pPr marL="1257300" lvl="2" indent="-342900">
              <a:buFont typeface="Wingdings,Sans-Serif"/>
              <a:buChar char="§"/>
            </a:pPr>
            <a:r>
              <a:rPr lang="en-US" sz="2200">
                <a:latin typeface="Poppins"/>
                <a:ea typeface="Open Sans"/>
                <a:cs typeface="Poppins"/>
              </a:rPr>
              <a:t>Food Menus</a:t>
            </a:r>
          </a:p>
          <a:p>
            <a:pPr marL="1257300" lvl="2" indent="-342900">
              <a:buFont typeface="Wingdings,Sans-Serif"/>
              <a:buChar char="§"/>
            </a:pPr>
            <a:r>
              <a:rPr lang="en-US" sz="2200">
                <a:latin typeface="Poppins"/>
                <a:ea typeface="Open Sans"/>
                <a:cs typeface="Poppins"/>
              </a:rPr>
              <a:t>Historical Food Orders</a:t>
            </a:r>
          </a:p>
          <a:p>
            <a:pPr marL="1257300" lvl="2" indent="-342900">
              <a:buFont typeface="Wingdings,Sans-Serif"/>
              <a:buChar char="§"/>
            </a:pPr>
            <a:r>
              <a:rPr lang="en-US" sz="2200">
                <a:latin typeface="Poppins"/>
                <a:ea typeface="Open Sans"/>
                <a:cs typeface="Poppins"/>
              </a:rPr>
              <a:t>Prospected Food Orders</a:t>
            </a:r>
          </a:p>
          <a:p>
            <a:pPr marL="800100" lvl="1" indent="-342900">
              <a:buFont typeface="Courier New,monospace"/>
              <a:buChar char="o"/>
            </a:pPr>
            <a:r>
              <a:rPr lang="en-US" sz="2200">
                <a:latin typeface="Poppins"/>
                <a:ea typeface="Open Sans"/>
                <a:cs typeface="Poppins"/>
              </a:rPr>
              <a:t>Customer Relationship</a:t>
            </a:r>
          </a:p>
          <a:p>
            <a:pPr marL="1257300" lvl="2" indent="-342900">
              <a:buFont typeface="Wingdings,Sans-Serif"/>
              <a:buChar char="§"/>
            </a:pPr>
            <a:r>
              <a:rPr lang="en-US" sz="2200">
                <a:latin typeface="Poppins"/>
                <a:ea typeface="Open Sans"/>
                <a:cs typeface="Poppins"/>
              </a:rPr>
              <a:t>Customer Information</a:t>
            </a:r>
          </a:p>
          <a:p>
            <a:pPr marL="1257300" lvl="2" indent="-342900">
              <a:buFont typeface="Wingdings,Sans-Serif"/>
              <a:buChar char="§"/>
            </a:pPr>
            <a:r>
              <a:rPr lang="en-US" sz="2200">
                <a:latin typeface="Poppins"/>
                <a:ea typeface="Open Sans"/>
                <a:cs typeface="Poppins"/>
              </a:rPr>
              <a:t>Survey &amp; Feedback</a:t>
            </a:r>
          </a:p>
          <a:p>
            <a:pPr marL="1257300" lvl="2" indent="-342900">
              <a:buFont typeface="Wingdings,Sans-Serif"/>
              <a:buChar char="§"/>
            </a:pPr>
            <a:r>
              <a:rPr lang="en-US" sz="2200">
                <a:latin typeface="Poppins"/>
                <a:ea typeface="Open Sans"/>
                <a:cs typeface="Poppins"/>
              </a:rPr>
              <a:t>Marketing Campaign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8A8F36-29AE-139B-2554-32B3D7C1BFFC}"/>
              </a:ext>
            </a:extLst>
          </p:cNvPr>
          <p:cNvSpPr txBox="1"/>
          <p:nvPr/>
        </p:nvSpPr>
        <p:spPr>
          <a:xfrm>
            <a:off x="7314786" y="5143827"/>
            <a:ext cx="485933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,Sans-Serif"/>
              <a:buChar char="§"/>
            </a:pPr>
            <a:r>
              <a:rPr lang="en-US" sz="2200" b="1">
                <a:latin typeface="Poppins"/>
                <a:ea typeface="Open Sans"/>
                <a:cs typeface="Poppins"/>
              </a:rPr>
              <a:t>Tableau Dashboards:</a:t>
            </a:r>
            <a:endParaRPr lang="en-US" b="1">
              <a:ea typeface="Calibri"/>
              <a:cs typeface="Calibri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200">
                <a:latin typeface="Poppins"/>
                <a:ea typeface="Open Sans"/>
                <a:cs typeface="Poppins"/>
              </a:rPr>
              <a:t>Cinema Performance Across Screening Schedule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200">
                <a:latin typeface="Poppins"/>
                <a:ea typeface="Open Sans"/>
                <a:cs typeface="Poppins"/>
              </a:rPr>
              <a:t>Concession Current Performance</a:t>
            </a:r>
            <a:endParaRPr lang="en-US">
              <a:ea typeface="Calibri"/>
              <a:cs typeface="Calibri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200">
                <a:latin typeface="Poppins"/>
                <a:ea typeface="Open Sans"/>
                <a:cs typeface="Poppins"/>
              </a:rPr>
              <a:t>Concession Prospected Performance</a:t>
            </a:r>
          </a:p>
          <a:p>
            <a:pPr marL="800100" lvl="1" indent="-342900">
              <a:buFont typeface="Courier New,monospace"/>
              <a:buChar char="o"/>
            </a:pPr>
            <a:r>
              <a:rPr lang="en-US" sz="2200">
                <a:latin typeface="Poppins"/>
                <a:ea typeface="Open Sans"/>
                <a:cs typeface="Poppins"/>
              </a:rPr>
              <a:t>Customer </a:t>
            </a:r>
            <a:r>
              <a:rPr lang="en-US" sz="2200" err="1">
                <a:latin typeface="Poppins"/>
                <a:ea typeface="Open Sans"/>
                <a:cs typeface="Poppins"/>
              </a:rPr>
              <a:t>Experie</a:t>
            </a:r>
            <a:r>
              <a:rPr lang="en-US" sz="2200">
                <a:latin typeface="Poppins"/>
                <a:ea typeface="Open Sans"/>
                <a:cs typeface="Poppins"/>
              </a:rPr>
              <a:t>nce and Marketing Campaign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3">
            <a:extLst>
              <a:ext uri="{FF2B5EF4-FFF2-40B4-BE49-F238E27FC236}">
                <a16:creationId xmlns:a16="http://schemas.microsoft.com/office/drawing/2014/main" id="{89C3EB5A-3294-BA76-F388-B35B5904B55B}"/>
              </a:ext>
            </a:extLst>
          </p:cNvPr>
          <p:cNvSpPr/>
          <p:nvPr/>
        </p:nvSpPr>
        <p:spPr>
          <a:xfrm>
            <a:off x="948600" y="3904808"/>
            <a:ext cx="4903380" cy="4789186"/>
          </a:xfrm>
          <a:custGeom>
            <a:avLst/>
            <a:gdLst/>
            <a:ahLst/>
            <a:cxnLst/>
            <a:rect l="l" t="t" r="r" b="b"/>
            <a:pathLst>
              <a:path w="5233886" h="5119692">
                <a:moveTo>
                  <a:pt x="0" y="0"/>
                </a:moveTo>
                <a:lnTo>
                  <a:pt x="5233886" y="0"/>
                </a:lnTo>
                <a:lnTo>
                  <a:pt x="5233886" y="5119692"/>
                </a:lnTo>
                <a:lnTo>
                  <a:pt x="0" y="51196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>
              <a:latin typeface="Poppins"/>
              <a:cs typeface="Poppins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  <p:txBody>
          <a:bodyPr/>
          <a:lstStyle/>
          <a:p>
            <a:endParaRPr lang="en-US" sz="3600">
              <a:latin typeface="Poppins"/>
              <a:cs typeface="Poppin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0177272"/>
            <a:ext cx="18288000" cy="109728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  <p:txBody>
          <a:bodyPr/>
          <a:lstStyle/>
          <a:p>
            <a:endParaRPr lang="en-US" sz="3600">
              <a:latin typeface="Poppins"/>
              <a:cs typeface="Poppin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92240" y="109728"/>
            <a:ext cx="73152" cy="10067544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  <p:txBody>
          <a:bodyPr/>
          <a:lstStyle/>
          <a:p>
            <a:endParaRPr lang="en-US" sz="3600">
              <a:latin typeface="Poppins"/>
              <a:cs typeface="Poppin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976872" y="136530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kern="0" spc="600">
                <a:latin typeface="Poppins"/>
                <a:ea typeface="Calibri" pitchFamily="34" charset="-122"/>
                <a:cs typeface="Poppins"/>
              </a:rPr>
              <a:t>KEY GAPS CLOSED</a:t>
            </a:r>
            <a:endParaRPr lang="en-US" b="1">
              <a:latin typeface="Poppins"/>
              <a:cs typeface="Poppin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976872" y="1877370"/>
            <a:ext cx="5394960" cy="2157984"/>
          </a:xfrm>
          <a:prstGeom prst="rect">
            <a:avLst/>
          </a:prstGeom>
          <a:solidFill>
            <a:srgbClr val="7A2525"/>
          </a:solidFill>
          <a:ln w="6350">
            <a:solidFill>
              <a:srgbClr val="9B4040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latin typeface="Poppins"/>
              <a:cs typeface="Poppin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976872" y="1877370"/>
            <a:ext cx="539496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>
              <a:latin typeface="Poppins"/>
              <a:cs typeface="Poppin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96328" y="206025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F5EFE6"/>
                </a:solidFill>
                <a:latin typeface="Poppins"/>
                <a:ea typeface="Arial" pitchFamily="34" charset="-122"/>
                <a:cs typeface="Poppins"/>
              </a:rPr>
              <a:t>📊  Session Profitability</a:t>
            </a:r>
            <a:endParaRPr lang="en-US">
              <a:latin typeface="Poppins"/>
              <a:cs typeface="Poppin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196328" y="2682042"/>
            <a:ext cx="4956048" cy="36576"/>
          </a:xfrm>
          <a:prstGeom prst="rect">
            <a:avLst/>
          </a:prstGeom>
          <a:solidFill>
            <a:srgbClr val="9B4040"/>
          </a:solidFill>
          <a:ln w="12700">
            <a:solidFill>
              <a:srgbClr val="9B4040"/>
            </a:solidFill>
            <a:prstDash val="solid"/>
          </a:ln>
        </p:spPr>
        <p:txBody>
          <a:bodyPr/>
          <a:lstStyle/>
          <a:p>
            <a:endParaRPr lang="en-US">
              <a:latin typeface="Poppins"/>
              <a:cs typeface="Poppin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196328" y="279177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>
                <a:solidFill>
                  <a:srgbClr val="EEDDCC"/>
                </a:solidFill>
                <a:latin typeface="Poppins"/>
                <a:ea typeface="Calibri"/>
                <a:cs typeface="Poppins"/>
              </a:rPr>
              <a:t>Tableau Cinema dashboard surfaces underperforming screenings, genres and time slots — enabling data-backed scheduling decisions.</a:t>
            </a:r>
            <a:endParaRPr lang="en-US">
              <a:latin typeface="Poppins"/>
              <a:ea typeface="Calibri"/>
              <a:cs typeface="Poppin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2591288" y="1877370"/>
            <a:ext cx="5394960" cy="2157984"/>
          </a:xfrm>
          <a:prstGeom prst="rect">
            <a:avLst/>
          </a:prstGeom>
          <a:solidFill>
            <a:srgbClr val="7A2525"/>
          </a:solidFill>
          <a:ln w="6350">
            <a:solidFill>
              <a:srgbClr val="9B4040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latin typeface="Poppins"/>
              <a:cs typeface="Poppin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2591288" y="1877370"/>
            <a:ext cx="539496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>
              <a:latin typeface="Poppins"/>
              <a:cs typeface="Poppin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810744" y="206025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F5EFE6"/>
                </a:solidFill>
                <a:latin typeface="Poppins"/>
                <a:ea typeface="Arial" pitchFamily="34" charset="-122"/>
                <a:cs typeface="Poppins"/>
              </a:rPr>
              <a:t>🍽️  Dine-In Revenue</a:t>
            </a:r>
            <a:endParaRPr lang="en-US">
              <a:latin typeface="Poppins"/>
              <a:cs typeface="Poppin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2810744" y="2682042"/>
            <a:ext cx="4956048" cy="36576"/>
          </a:xfrm>
          <a:prstGeom prst="rect">
            <a:avLst/>
          </a:prstGeom>
          <a:solidFill>
            <a:srgbClr val="9B4040"/>
          </a:solidFill>
          <a:ln w="12700">
            <a:solidFill>
              <a:srgbClr val="9B4040"/>
            </a:solidFill>
            <a:prstDash val="solid"/>
          </a:ln>
        </p:spPr>
        <p:txBody>
          <a:bodyPr/>
          <a:lstStyle/>
          <a:p>
            <a:endParaRPr lang="en-US">
              <a:latin typeface="Poppins"/>
              <a:cs typeface="Poppin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2810744" y="279177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>
                <a:solidFill>
                  <a:srgbClr val="EEDDCC"/>
                </a:solidFill>
                <a:latin typeface="Poppins"/>
                <a:ea typeface="Calibri" pitchFamily="34" charset="-122"/>
                <a:cs typeface="Poppins"/>
              </a:rPr>
              <a:t>Simplified menu, 3-course dining package and pre-order integration boosted food attachment and reduced per-session waste.</a:t>
            </a:r>
            <a:endParaRPr lang="en-US">
              <a:latin typeface="Poppins"/>
              <a:cs typeface="Poppin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976872" y="4254810"/>
            <a:ext cx="5394960" cy="2157984"/>
          </a:xfrm>
          <a:prstGeom prst="rect">
            <a:avLst/>
          </a:prstGeom>
          <a:solidFill>
            <a:srgbClr val="7A2525"/>
          </a:solidFill>
          <a:ln w="6350">
            <a:solidFill>
              <a:srgbClr val="9B4040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latin typeface="Poppins"/>
              <a:cs typeface="Poppin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976872" y="4254810"/>
            <a:ext cx="539496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>
              <a:latin typeface="Poppins"/>
              <a:cs typeface="Poppin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196328" y="443769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F5EFE6"/>
                </a:solidFill>
                <a:latin typeface="Poppins"/>
                <a:ea typeface="Arial" pitchFamily="34" charset="-122"/>
                <a:cs typeface="Poppins"/>
              </a:rPr>
              <a:t>🔗  System Integration</a:t>
            </a:r>
            <a:endParaRPr lang="en-US">
              <a:latin typeface="Poppins"/>
              <a:cs typeface="Poppin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196328" y="5059482"/>
            <a:ext cx="4956048" cy="36576"/>
          </a:xfrm>
          <a:prstGeom prst="rect">
            <a:avLst/>
          </a:prstGeom>
          <a:solidFill>
            <a:srgbClr val="9B4040"/>
          </a:solidFill>
          <a:ln w="12700">
            <a:solidFill>
              <a:srgbClr val="9B4040"/>
            </a:solidFill>
            <a:prstDash val="solid"/>
          </a:ln>
        </p:spPr>
        <p:txBody>
          <a:bodyPr/>
          <a:lstStyle/>
          <a:p>
            <a:endParaRPr lang="en-US">
              <a:latin typeface="Poppins"/>
              <a:cs typeface="Poppin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196328" y="516921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>
                <a:solidFill>
                  <a:srgbClr val="EEDDCC"/>
                </a:solidFill>
                <a:latin typeface="Poppins"/>
                <a:ea typeface="Calibri" pitchFamily="34" charset="-122"/>
                <a:cs typeface="Poppins"/>
              </a:rPr>
              <a:t>Booking-to-food pre-order link created a single operational view of demand, enabling proactive kitchen and staffing coordination.</a:t>
            </a:r>
            <a:endParaRPr lang="en-US">
              <a:latin typeface="Poppins"/>
              <a:cs typeface="Poppin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2591288" y="4254810"/>
            <a:ext cx="5394960" cy="2157984"/>
          </a:xfrm>
          <a:prstGeom prst="rect">
            <a:avLst/>
          </a:prstGeom>
          <a:solidFill>
            <a:srgbClr val="7A2525"/>
          </a:solidFill>
          <a:ln w="6350">
            <a:solidFill>
              <a:srgbClr val="9B4040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latin typeface="Poppins"/>
              <a:cs typeface="Poppin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2591288" y="4254810"/>
            <a:ext cx="539496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>
              <a:latin typeface="Poppins"/>
              <a:cs typeface="Poppin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2810744" y="443769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F5EFE6"/>
                </a:solidFill>
                <a:latin typeface="Poppins"/>
                <a:ea typeface="Arial" pitchFamily="34" charset="-122"/>
                <a:cs typeface="Poppins"/>
              </a:rPr>
              <a:t>👥  Customer Retention</a:t>
            </a:r>
            <a:endParaRPr lang="en-US">
              <a:latin typeface="Poppins"/>
              <a:cs typeface="Poppin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2810744" y="5059482"/>
            <a:ext cx="4956048" cy="36576"/>
          </a:xfrm>
          <a:prstGeom prst="rect">
            <a:avLst/>
          </a:prstGeom>
          <a:solidFill>
            <a:srgbClr val="9B4040"/>
          </a:solidFill>
          <a:ln w="12700">
            <a:solidFill>
              <a:srgbClr val="9B4040"/>
            </a:solidFill>
            <a:prstDash val="solid"/>
          </a:ln>
        </p:spPr>
        <p:txBody>
          <a:bodyPr/>
          <a:lstStyle/>
          <a:p>
            <a:endParaRPr lang="en-US">
              <a:latin typeface="Poppins"/>
              <a:cs typeface="Poppin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2810744" y="516921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>
                <a:solidFill>
                  <a:srgbClr val="EEDDCC"/>
                </a:solidFill>
                <a:latin typeface="Poppins"/>
                <a:ea typeface="Calibri" pitchFamily="34" charset="-122"/>
                <a:cs typeface="Poppins"/>
              </a:rPr>
              <a:t>Salesforce CRM drives hyper-personalised campaigns — VIP pre-sales, win-back flows, birthday offers and dietary alerts by tier.</a:t>
            </a:r>
            <a:endParaRPr lang="en-US">
              <a:latin typeface="Poppins"/>
              <a:cs typeface="Poppin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976872" y="6632250"/>
            <a:ext cx="5394960" cy="2157984"/>
          </a:xfrm>
          <a:prstGeom prst="rect">
            <a:avLst/>
          </a:prstGeom>
          <a:solidFill>
            <a:srgbClr val="7A2525"/>
          </a:solidFill>
          <a:ln w="6350">
            <a:solidFill>
              <a:srgbClr val="9B4040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3600">
              <a:latin typeface="Poppins"/>
              <a:cs typeface="Poppin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976872" y="6632250"/>
            <a:ext cx="539496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>
              <a:latin typeface="Poppins"/>
              <a:cs typeface="Poppin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196328" y="681513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F5EFE6"/>
                </a:solidFill>
                <a:latin typeface="Poppins"/>
                <a:ea typeface="Arial" pitchFamily="34" charset="-122"/>
                <a:cs typeface="Poppins"/>
              </a:rPr>
              <a:t>✨  Competitive Differentiation</a:t>
            </a:r>
            <a:endParaRPr lang="en-US">
              <a:latin typeface="Poppins"/>
              <a:cs typeface="Poppin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196328" y="7436922"/>
            <a:ext cx="4956048" cy="36576"/>
          </a:xfrm>
          <a:prstGeom prst="rect">
            <a:avLst/>
          </a:prstGeom>
          <a:solidFill>
            <a:srgbClr val="9B4040"/>
          </a:solidFill>
          <a:ln w="12700">
            <a:solidFill>
              <a:srgbClr val="9B4040"/>
            </a:solidFill>
            <a:prstDash val="solid"/>
          </a:ln>
        </p:spPr>
        <p:txBody>
          <a:bodyPr/>
          <a:lstStyle/>
          <a:p>
            <a:endParaRPr lang="en-US">
              <a:latin typeface="Poppins"/>
              <a:cs typeface="Poppin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196328" y="754665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>
                <a:solidFill>
                  <a:srgbClr val="EEDDCC"/>
                </a:solidFill>
                <a:latin typeface="Poppins"/>
                <a:ea typeface="Calibri" pitchFamily="34" charset="-122"/>
                <a:cs typeface="Poppins"/>
              </a:rPr>
              <a:t>Premium 3-course cinema dining, new cocktail &amp; drinks menu, and a loyalty programme position Atelier as a uniquely distinct experience.</a:t>
            </a:r>
            <a:endParaRPr lang="en-US">
              <a:latin typeface="Poppins"/>
              <a:cs typeface="Poppin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2591288" y="6632250"/>
            <a:ext cx="5394960" cy="2157984"/>
          </a:xfrm>
          <a:prstGeom prst="rect">
            <a:avLst/>
          </a:prstGeom>
          <a:solidFill>
            <a:srgbClr val="7A2525"/>
          </a:solidFill>
          <a:ln w="6350">
            <a:solidFill>
              <a:srgbClr val="9B4040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3600">
              <a:latin typeface="Poppins"/>
              <a:cs typeface="Poppin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2591288" y="6632250"/>
            <a:ext cx="539496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>
              <a:latin typeface="Poppins"/>
              <a:cs typeface="Poppin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2810744" y="681513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F5EFE6"/>
                </a:solidFill>
                <a:latin typeface="Poppins"/>
                <a:ea typeface="Arial" pitchFamily="34" charset="-122"/>
                <a:cs typeface="Poppins"/>
              </a:rPr>
              <a:t>📦  Stock &amp; Supplier Control</a:t>
            </a:r>
            <a:endParaRPr lang="en-US">
              <a:latin typeface="Poppins"/>
              <a:cs typeface="Poppin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2810744" y="7436922"/>
            <a:ext cx="4956048" cy="36576"/>
          </a:xfrm>
          <a:prstGeom prst="rect">
            <a:avLst/>
          </a:prstGeom>
          <a:solidFill>
            <a:srgbClr val="9B4040"/>
          </a:solidFill>
          <a:ln w="12700">
            <a:solidFill>
              <a:srgbClr val="9B4040"/>
            </a:solidFill>
            <a:prstDash val="solid"/>
          </a:ln>
        </p:spPr>
        <p:txBody>
          <a:bodyPr/>
          <a:lstStyle/>
          <a:p>
            <a:endParaRPr lang="en-US">
              <a:latin typeface="Poppins"/>
              <a:cs typeface="Poppin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2810744" y="754665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>
                <a:solidFill>
                  <a:srgbClr val="EEDDCC"/>
                </a:solidFill>
                <a:latin typeface="Poppins"/>
                <a:ea typeface="Calibri" pitchFamily="34" charset="-122"/>
                <a:cs typeface="Poppins"/>
              </a:rPr>
              <a:t>CRM stock visibility enables staff to act on low inventory in real time, reducing waste and ensuring supplier communications are timely.</a:t>
            </a:r>
            <a:endParaRPr lang="en-US">
              <a:latin typeface="Poppins"/>
              <a:cs typeface="Poppin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976872" y="9009690"/>
            <a:ext cx="10826496" cy="694944"/>
          </a:xfrm>
          <a:prstGeom prst="roundRect">
            <a:avLst>
              <a:gd name="adj" fmla="val 47368"/>
            </a:avLst>
          </a:prstGeom>
          <a:solidFill>
            <a:srgbClr val="F2E8DF"/>
          </a:solidFill>
          <a:ln w="12700">
            <a:solidFill>
              <a:srgbClr val="F2E8DF"/>
            </a:solidFill>
            <a:prstDash val="solid"/>
          </a:ln>
        </p:spPr>
        <p:txBody>
          <a:bodyPr/>
          <a:lstStyle/>
          <a:p>
            <a:endParaRPr lang="en-US" sz="3600">
              <a:latin typeface="Poppins"/>
              <a:cs typeface="Poppin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976872" y="9009690"/>
            <a:ext cx="108264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i="1">
                <a:solidFill>
                  <a:srgbClr val="8B3030"/>
                </a:solidFill>
                <a:latin typeface="Poppins"/>
                <a:ea typeface="Calibri" pitchFamily="34" charset="-122"/>
                <a:cs typeface="Poppins"/>
              </a:rPr>
              <a:t>From fragmented operations to an integrated, data-driven cinema experience</a:t>
            </a:r>
            <a:endParaRPr lang="en-US" sz="1900">
              <a:latin typeface="Poppins"/>
              <a:cs typeface="Poppins"/>
            </a:endParaRPr>
          </a:p>
        </p:txBody>
      </p:sp>
      <p:pic>
        <p:nvPicPr>
          <p:cNvPr id="7" name="Picture 6" descr="A roll of film with a black background&#10;&#10;AI-generated content may be incorrect.">
            <a:extLst>
              <a:ext uri="{FF2B5EF4-FFF2-40B4-BE49-F238E27FC236}">
                <a16:creationId xmlns:a16="http://schemas.microsoft.com/office/drawing/2014/main" id="{D8B744CA-2C7C-9014-24A4-6ED0BF02F9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19" y="3217110"/>
            <a:ext cx="2962275" cy="2962275"/>
          </a:xfrm>
          <a:prstGeom prst="rect">
            <a:avLst/>
          </a:prstGeom>
        </p:spPr>
      </p:pic>
      <p:sp>
        <p:nvSpPr>
          <p:cNvPr id="8" name="Freeform 13">
            <a:extLst>
              <a:ext uri="{FF2B5EF4-FFF2-40B4-BE49-F238E27FC236}">
                <a16:creationId xmlns:a16="http://schemas.microsoft.com/office/drawing/2014/main" id="{272147AE-B791-CD11-324D-FBBAAC4B9F82}"/>
              </a:ext>
            </a:extLst>
          </p:cNvPr>
          <p:cNvSpPr/>
          <p:nvPr/>
        </p:nvSpPr>
        <p:spPr>
          <a:xfrm rot="19711491">
            <a:off x="1815046" y="5266378"/>
            <a:ext cx="3605969" cy="1866105"/>
          </a:xfrm>
          <a:custGeom>
            <a:avLst/>
            <a:gdLst/>
            <a:ahLst/>
            <a:cxnLst/>
            <a:rect l="l" t="t" r="r" b="b"/>
            <a:pathLst>
              <a:path w="4367121" h="2294723">
                <a:moveTo>
                  <a:pt x="0" y="0"/>
                </a:moveTo>
                <a:lnTo>
                  <a:pt x="4367120" y="0"/>
                </a:lnTo>
                <a:lnTo>
                  <a:pt x="4367120" y="2294724"/>
                </a:lnTo>
                <a:lnTo>
                  <a:pt x="0" y="2294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>
              <a:latin typeface="Poppins"/>
              <a:cs typeface="Poppins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A89BD523-B54C-6216-11A5-3F6037EE501D}"/>
              </a:ext>
            </a:extLst>
          </p:cNvPr>
          <p:cNvSpPr txBox="1"/>
          <p:nvPr/>
        </p:nvSpPr>
        <p:spPr>
          <a:xfrm>
            <a:off x="6976872" y="235220"/>
            <a:ext cx="10511575" cy="931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</a:pPr>
            <a:r>
              <a:rPr lang="en-US" sz="7200" b="1" spc="-236">
                <a:solidFill>
                  <a:srgbClr val="92150B"/>
                </a:solidFill>
                <a:latin typeface="Poppins"/>
                <a:ea typeface="Poppins Medium"/>
                <a:cs typeface="Poppins"/>
                <a:sym typeface="Poppins Medium"/>
              </a:rPr>
              <a:t>Business Impact</a:t>
            </a:r>
            <a:endParaRPr lang="en-US" sz="7200" b="1" spc="-236">
              <a:solidFill>
                <a:srgbClr val="92150B"/>
              </a:solidFill>
              <a:latin typeface="Poppins"/>
              <a:ea typeface="Poppins Medium"/>
              <a:cs typeface="Poppins"/>
            </a:endParaRPr>
          </a:p>
        </p:txBody>
      </p:sp>
      <p:sp>
        <p:nvSpPr>
          <p:cNvPr id="10" name="AutoShape 6">
            <a:extLst>
              <a:ext uri="{FF2B5EF4-FFF2-40B4-BE49-F238E27FC236}">
                <a16:creationId xmlns:a16="http://schemas.microsoft.com/office/drawing/2014/main" id="{24DA3BA5-CE32-7BC3-4482-500B5D67C4CA}"/>
              </a:ext>
            </a:extLst>
          </p:cNvPr>
          <p:cNvSpPr/>
          <p:nvPr/>
        </p:nvSpPr>
        <p:spPr>
          <a:xfrm flipH="1">
            <a:off x="0" y="1208757"/>
            <a:ext cx="18288000" cy="0"/>
          </a:xfrm>
          <a:prstGeom prst="line">
            <a:avLst/>
          </a:prstGeom>
          <a:ln w="19050" cap="flat">
            <a:solidFill>
              <a:srgbClr val="9215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>
              <a:latin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115306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3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6170" y="2900324"/>
            <a:ext cx="6691157" cy="1615991"/>
            <a:chOff x="0" y="-121930"/>
            <a:chExt cx="1762280" cy="4256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05121" cy="185552"/>
            </a:xfrm>
            <a:custGeom>
              <a:avLst/>
              <a:gdLst/>
              <a:ahLst/>
              <a:cxnLst/>
              <a:rect l="l" t="t" r="r" b="b"/>
              <a:pathLst>
                <a:path w="1705121" h="185552">
                  <a:moveTo>
                    <a:pt x="92776" y="0"/>
                  </a:moveTo>
                  <a:lnTo>
                    <a:pt x="1612345" y="0"/>
                  </a:lnTo>
                  <a:cubicBezTo>
                    <a:pt x="1636950" y="0"/>
                    <a:pt x="1660548" y="9775"/>
                    <a:pt x="1677947" y="27174"/>
                  </a:cubicBezTo>
                  <a:cubicBezTo>
                    <a:pt x="1695346" y="44572"/>
                    <a:pt x="1705121" y="68170"/>
                    <a:pt x="1705121" y="92776"/>
                  </a:cubicBezTo>
                  <a:lnTo>
                    <a:pt x="1705121" y="92776"/>
                  </a:lnTo>
                  <a:cubicBezTo>
                    <a:pt x="1705121" y="144015"/>
                    <a:pt x="1663584" y="185552"/>
                    <a:pt x="1612345" y="185552"/>
                  </a:cubicBezTo>
                  <a:lnTo>
                    <a:pt x="92776" y="185552"/>
                  </a:lnTo>
                  <a:cubicBezTo>
                    <a:pt x="68170" y="185552"/>
                    <a:pt x="44572" y="175778"/>
                    <a:pt x="27174" y="158379"/>
                  </a:cubicBezTo>
                  <a:cubicBezTo>
                    <a:pt x="9775" y="140980"/>
                    <a:pt x="0" y="117382"/>
                    <a:pt x="0" y="92776"/>
                  </a:cubicBezTo>
                  <a:lnTo>
                    <a:pt x="0" y="92776"/>
                  </a:lnTo>
                  <a:cubicBezTo>
                    <a:pt x="0" y="68170"/>
                    <a:pt x="9775" y="44572"/>
                    <a:pt x="27174" y="27174"/>
                  </a:cubicBezTo>
                  <a:cubicBezTo>
                    <a:pt x="44572" y="9775"/>
                    <a:pt x="68170" y="0"/>
                    <a:pt x="92776" y="0"/>
                  </a:cubicBezTo>
                  <a:close/>
                </a:path>
              </a:pathLst>
            </a:custGeom>
            <a:solidFill>
              <a:srgbClr val="FFF5F5"/>
            </a:solidFill>
            <a:ln w="9525" cap="rnd">
              <a:solidFill>
                <a:srgbClr val="92150B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21930"/>
              <a:ext cx="1762280" cy="425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50">
                  <a:solidFill>
                    <a:srgbClr val="92150B"/>
                  </a:solidFill>
                  <a:latin typeface="Poppins"/>
                  <a:ea typeface="Poppins"/>
                  <a:cs typeface="Poppins"/>
                  <a:sym typeface="Poppins"/>
                </a:rPr>
                <a:t>In a World Full of Content,  Shared</a:t>
              </a:r>
              <a:endParaRPr lang="en-US">
                <a:sym typeface="Poppins"/>
              </a:endParaRPr>
            </a:p>
            <a:p>
              <a:pPr algn="ctr">
                <a:lnSpc>
                  <a:spcPts val="3079"/>
                </a:lnSpc>
              </a:pPr>
              <a:r>
                <a:rPr lang="en-US" sz="2150">
                  <a:solidFill>
                    <a:srgbClr val="92150B"/>
                  </a:solidFill>
                  <a:latin typeface="Poppins"/>
                  <a:ea typeface="Poppins"/>
                  <a:cs typeface="Poppins"/>
                  <a:sym typeface="Poppins"/>
                </a:rPr>
                <a:t>Storytelling + Experiences Still Win</a:t>
              </a:r>
              <a:endParaRPr lang="en-US"/>
            </a:p>
          </p:txBody>
        </p:sp>
      </p:grpSp>
      <p:sp>
        <p:nvSpPr>
          <p:cNvPr id="5" name="AutoShape 5"/>
          <p:cNvSpPr/>
          <p:nvPr/>
        </p:nvSpPr>
        <p:spPr>
          <a:xfrm flipH="1">
            <a:off x="0" y="925830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 flipH="1" flipV="1">
            <a:off x="0" y="1038225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7" name="AutoShape 7"/>
          <p:cNvSpPr/>
          <p:nvPr/>
        </p:nvSpPr>
        <p:spPr>
          <a:xfrm flipV="1">
            <a:off x="8225220" y="1038225"/>
            <a:ext cx="0" cy="8220075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/>
          <p:nvPr/>
        </p:nvSpPr>
        <p:spPr>
          <a:xfrm>
            <a:off x="8587677" y="2396214"/>
            <a:ext cx="4655343" cy="21385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FFF5F5"/>
                </a:solidFill>
                <a:latin typeface="Poppins"/>
                <a:ea typeface="Poppins"/>
                <a:cs typeface="Poppins"/>
              </a:rPr>
              <a:t>Decreased Profit through years</a:t>
            </a:r>
          </a:p>
          <a:p>
            <a:pPr marL="285750" indent="-285750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FFF5F5"/>
                </a:solidFill>
                <a:latin typeface="Poppins"/>
                <a:ea typeface="Poppins"/>
                <a:cs typeface="Poppins"/>
              </a:rPr>
              <a:t>Concession component of business in crisis</a:t>
            </a:r>
          </a:p>
          <a:p>
            <a:pPr marL="285750" indent="-285750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 err="1">
                <a:solidFill>
                  <a:srgbClr val="FFF5F5"/>
                </a:solidFill>
                <a:latin typeface="Poppins"/>
                <a:ea typeface="Poppins"/>
                <a:cs typeface="Poppins"/>
              </a:rPr>
              <a:t>Decentralised</a:t>
            </a:r>
            <a:r>
              <a:rPr lang="en-US" sz="1700">
                <a:solidFill>
                  <a:srgbClr val="FFF5F5"/>
                </a:solidFill>
                <a:latin typeface="Poppins"/>
                <a:ea typeface="Poppins"/>
                <a:cs typeface="Poppins"/>
              </a:rPr>
              <a:t> System</a:t>
            </a:r>
            <a:endParaRPr lang="en-US">
              <a:ea typeface="Calibri"/>
              <a:cs typeface="Calibri"/>
            </a:endParaRPr>
          </a:p>
          <a:p>
            <a:pPr marL="285750" indent="-285750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FFF5F5"/>
                </a:solidFill>
                <a:latin typeface="Poppins"/>
                <a:ea typeface="Poppins"/>
                <a:cs typeface="Poppins"/>
              </a:rPr>
              <a:t>Poor Performance records</a:t>
            </a:r>
          </a:p>
          <a:p>
            <a:pPr marL="285750" indent="-285750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FFF5F5"/>
                </a:solidFill>
                <a:latin typeface="Poppins"/>
                <a:ea typeface="Poppins"/>
                <a:cs typeface="Poppins"/>
              </a:rPr>
              <a:t>No customers relationship built</a:t>
            </a:r>
          </a:p>
          <a:p>
            <a:pPr marL="285750" indent="-285750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FFF5F5"/>
                </a:solidFill>
                <a:latin typeface="Poppins"/>
                <a:ea typeface="Poppins"/>
                <a:cs typeface="Poppins"/>
              </a:rPr>
              <a:t>Weak competitive advantage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6C6E34-21B9-E076-537A-B4DA5B07CDCF}"/>
              </a:ext>
            </a:extLst>
          </p:cNvPr>
          <p:cNvSpPr txBox="1"/>
          <p:nvPr/>
        </p:nvSpPr>
        <p:spPr>
          <a:xfrm>
            <a:off x="371475" y="1231256"/>
            <a:ext cx="91503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>
                <a:solidFill>
                  <a:srgbClr val="F5EFE6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Conclusion and Reflection</a:t>
            </a:r>
            <a:endParaRPr lang="en-US" sz="600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pSp>
        <p:nvGrpSpPr>
          <p:cNvPr id="16" name="Group 33">
            <a:extLst>
              <a:ext uri="{FF2B5EF4-FFF2-40B4-BE49-F238E27FC236}">
                <a16:creationId xmlns:a16="http://schemas.microsoft.com/office/drawing/2014/main" id="{2FEE0FD8-802F-0924-224B-242D52B8FF40}"/>
              </a:ext>
            </a:extLst>
          </p:cNvPr>
          <p:cNvGrpSpPr/>
          <p:nvPr/>
        </p:nvGrpSpPr>
        <p:grpSpPr>
          <a:xfrm>
            <a:off x="567272" y="4895411"/>
            <a:ext cx="6824128" cy="3874655"/>
            <a:chOff x="0" y="0"/>
            <a:chExt cx="10211450" cy="5873884"/>
          </a:xfrm>
        </p:grpSpPr>
        <p:grpSp>
          <p:nvGrpSpPr>
            <p:cNvPr id="17" name="Group 34">
              <a:extLst>
                <a:ext uri="{FF2B5EF4-FFF2-40B4-BE49-F238E27FC236}">
                  <a16:creationId xmlns:a16="http://schemas.microsoft.com/office/drawing/2014/main" id="{8896D52C-AC2B-8CB2-73AD-0E83FE2D84FF}"/>
                </a:ext>
              </a:extLst>
            </p:cNvPr>
            <p:cNvGrpSpPr/>
            <p:nvPr/>
          </p:nvGrpSpPr>
          <p:grpSpPr>
            <a:xfrm>
              <a:off x="0" y="0"/>
              <a:ext cx="10211450" cy="5873884"/>
              <a:chOff x="0" y="0"/>
              <a:chExt cx="419288" cy="241185"/>
            </a:xfrm>
          </p:grpSpPr>
          <p:sp>
            <p:nvSpPr>
              <p:cNvPr id="19" name="Freeform 35">
                <a:extLst>
                  <a:ext uri="{FF2B5EF4-FFF2-40B4-BE49-F238E27FC236}">
                    <a16:creationId xmlns:a16="http://schemas.microsoft.com/office/drawing/2014/main" id="{B93DA66C-7623-79FA-7A98-2A3A0FD1DC0C}"/>
                  </a:ext>
                </a:extLst>
              </p:cNvPr>
              <p:cNvSpPr/>
              <p:nvPr/>
            </p:nvSpPr>
            <p:spPr>
              <a:xfrm>
                <a:off x="0" y="0"/>
                <a:ext cx="419288" cy="241185"/>
              </a:xfrm>
              <a:custGeom>
                <a:avLst/>
                <a:gdLst/>
                <a:ahLst/>
                <a:cxnLst/>
                <a:rect l="l" t="t" r="r" b="b"/>
                <a:pathLst>
                  <a:path w="419288" h="241185">
                    <a:moveTo>
                      <a:pt x="101088" y="0"/>
                    </a:moveTo>
                    <a:lnTo>
                      <a:pt x="318200" y="0"/>
                    </a:lnTo>
                    <a:cubicBezTo>
                      <a:pt x="374029" y="0"/>
                      <a:pt x="419288" y="45259"/>
                      <a:pt x="419288" y="101088"/>
                    </a:cubicBezTo>
                    <a:lnTo>
                      <a:pt x="419288" y="140097"/>
                    </a:lnTo>
                    <a:cubicBezTo>
                      <a:pt x="419288" y="195926"/>
                      <a:pt x="374029" y="241185"/>
                      <a:pt x="318200" y="241185"/>
                    </a:cubicBezTo>
                    <a:lnTo>
                      <a:pt x="101088" y="241185"/>
                    </a:lnTo>
                    <a:cubicBezTo>
                      <a:pt x="45259" y="241185"/>
                      <a:pt x="0" y="195926"/>
                      <a:pt x="0" y="140097"/>
                    </a:cubicBezTo>
                    <a:lnTo>
                      <a:pt x="0" y="101088"/>
                    </a:lnTo>
                    <a:cubicBezTo>
                      <a:pt x="0" y="45259"/>
                      <a:pt x="45259" y="0"/>
                      <a:pt x="101088" y="0"/>
                    </a:cubicBezTo>
                    <a:close/>
                  </a:path>
                </a:pathLst>
              </a:custGeom>
              <a:solidFill>
                <a:srgbClr val="FFC4B7"/>
              </a:solidFill>
              <a:ln w="19050" cap="rnd">
                <a:solidFill>
                  <a:srgbClr val="AD493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TextBox 36">
                <a:extLst>
                  <a:ext uri="{FF2B5EF4-FFF2-40B4-BE49-F238E27FC236}">
                    <a16:creationId xmlns:a16="http://schemas.microsoft.com/office/drawing/2014/main" id="{64D5FCE3-6D91-0794-9EFF-3E38F318A147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19288" cy="2983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9"/>
                  </a:lnSpc>
                </a:pPr>
                <a:endParaRPr/>
              </a:p>
            </p:txBody>
          </p:sp>
        </p:grpSp>
        <p:sp>
          <p:nvSpPr>
            <p:cNvPr id="18" name="Freeform 37">
              <a:extLst>
                <a:ext uri="{FF2B5EF4-FFF2-40B4-BE49-F238E27FC236}">
                  <a16:creationId xmlns:a16="http://schemas.microsoft.com/office/drawing/2014/main" id="{7A1D8B09-E199-6B12-D101-997DFEA9BBDC}"/>
                </a:ext>
              </a:extLst>
            </p:cNvPr>
            <p:cNvSpPr/>
            <p:nvPr/>
          </p:nvSpPr>
          <p:spPr>
            <a:xfrm>
              <a:off x="732958" y="734499"/>
              <a:ext cx="8745534" cy="4404886"/>
            </a:xfrm>
            <a:custGeom>
              <a:avLst/>
              <a:gdLst/>
              <a:ahLst/>
              <a:cxnLst/>
              <a:rect l="l" t="t" r="r" b="b"/>
              <a:pathLst>
                <a:path w="8745534" h="4404886">
                  <a:moveTo>
                    <a:pt x="0" y="0"/>
                  </a:moveTo>
                  <a:lnTo>
                    <a:pt x="8745534" y="0"/>
                  </a:lnTo>
                  <a:lnTo>
                    <a:pt x="8745534" y="4404886"/>
                  </a:lnTo>
                  <a:lnTo>
                    <a:pt x="0" y="44048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3" name="Group 2">
            <a:extLst>
              <a:ext uri="{FF2B5EF4-FFF2-40B4-BE49-F238E27FC236}">
                <a16:creationId xmlns:a16="http://schemas.microsoft.com/office/drawing/2014/main" id="{78B51088-EE64-EEE2-4AC5-D8C60A1B56FA}"/>
              </a:ext>
            </a:extLst>
          </p:cNvPr>
          <p:cNvGrpSpPr/>
          <p:nvPr/>
        </p:nvGrpSpPr>
        <p:grpSpPr>
          <a:xfrm>
            <a:off x="8573347" y="1077310"/>
            <a:ext cx="4043449" cy="1312156"/>
            <a:chOff x="0" y="-121930"/>
            <a:chExt cx="1762280" cy="425610"/>
          </a:xfrm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0795A2A3-E80C-B568-7210-5E7F0BD67685}"/>
                </a:ext>
              </a:extLst>
            </p:cNvPr>
            <p:cNvSpPr/>
            <p:nvPr/>
          </p:nvSpPr>
          <p:spPr>
            <a:xfrm>
              <a:off x="0" y="0"/>
              <a:ext cx="1705121" cy="185552"/>
            </a:xfrm>
            <a:custGeom>
              <a:avLst/>
              <a:gdLst/>
              <a:ahLst/>
              <a:cxnLst/>
              <a:rect l="l" t="t" r="r" b="b"/>
              <a:pathLst>
                <a:path w="1705121" h="185552">
                  <a:moveTo>
                    <a:pt x="92776" y="0"/>
                  </a:moveTo>
                  <a:lnTo>
                    <a:pt x="1612345" y="0"/>
                  </a:lnTo>
                  <a:cubicBezTo>
                    <a:pt x="1636950" y="0"/>
                    <a:pt x="1660548" y="9775"/>
                    <a:pt x="1677947" y="27174"/>
                  </a:cubicBezTo>
                  <a:cubicBezTo>
                    <a:pt x="1695346" y="44572"/>
                    <a:pt x="1705121" y="68170"/>
                    <a:pt x="1705121" y="92776"/>
                  </a:cubicBezTo>
                  <a:lnTo>
                    <a:pt x="1705121" y="92776"/>
                  </a:lnTo>
                  <a:cubicBezTo>
                    <a:pt x="1705121" y="144015"/>
                    <a:pt x="1663584" y="185552"/>
                    <a:pt x="1612345" y="185552"/>
                  </a:cubicBezTo>
                  <a:lnTo>
                    <a:pt x="92776" y="185552"/>
                  </a:lnTo>
                  <a:cubicBezTo>
                    <a:pt x="68170" y="185552"/>
                    <a:pt x="44572" y="175778"/>
                    <a:pt x="27174" y="158379"/>
                  </a:cubicBezTo>
                  <a:cubicBezTo>
                    <a:pt x="9775" y="140980"/>
                    <a:pt x="0" y="117382"/>
                    <a:pt x="0" y="92776"/>
                  </a:cubicBezTo>
                  <a:lnTo>
                    <a:pt x="0" y="92776"/>
                  </a:lnTo>
                  <a:cubicBezTo>
                    <a:pt x="0" y="68170"/>
                    <a:pt x="9775" y="44572"/>
                    <a:pt x="27174" y="27174"/>
                  </a:cubicBezTo>
                  <a:cubicBezTo>
                    <a:pt x="44572" y="9775"/>
                    <a:pt x="68170" y="0"/>
                    <a:pt x="92776" y="0"/>
                  </a:cubicBezTo>
                  <a:close/>
                </a:path>
              </a:pathLst>
            </a:custGeom>
            <a:solidFill>
              <a:srgbClr val="FFF5F5"/>
            </a:solidFill>
            <a:ln w="9525" cap="rnd">
              <a:solidFill>
                <a:srgbClr val="92150B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A2F29A7F-1193-7593-D603-129D0AC151A6}"/>
                </a:ext>
              </a:extLst>
            </p:cNvPr>
            <p:cNvSpPr txBox="1"/>
            <p:nvPr/>
          </p:nvSpPr>
          <p:spPr>
            <a:xfrm>
              <a:off x="0" y="-121930"/>
              <a:ext cx="1762280" cy="425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50">
                  <a:solidFill>
                    <a:srgbClr val="92150B"/>
                  </a:solidFill>
                  <a:latin typeface="Poppins"/>
                  <a:cs typeface="Poppins"/>
                  <a:sym typeface="Poppins"/>
                </a:rPr>
                <a:t>Before Implementation  </a:t>
              </a:r>
              <a:endParaRPr lang="en-US">
                <a:latin typeface="Poppins"/>
                <a:ea typeface="Calibri"/>
                <a:cs typeface="Poppins"/>
              </a:endParaRPr>
            </a:p>
          </p:txBody>
        </p:sp>
      </p:grpSp>
      <p:grpSp>
        <p:nvGrpSpPr>
          <p:cNvPr id="22" name="Group 2">
            <a:extLst>
              <a:ext uri="{FF2B5EF4-FFF2-40B4-BE49-F238E27FC236}">
                <a16:creationId xmlns:a16="http://schemas.microsoft.com/office/drawing/2014/main" id="{8C13E97C-01A7-5A64-3F82-A3EA7B8BBC03}"/>
              </a:ext>
            </a:extLst>
          </p:cNvPr>
          <p:cNvGrpSpPr/>
          <p:nvPr/>
        </p:nvGrpSpPr>
        <p:grpSpPr>
          <a:xfrm>
            <a:off x="13897701" y="1077309"/>
            <a:ext cx="4043449" cy="1312156"/>
            <a:chOff x="0" y="-121930"/>
            <a:chExt cx="1762280" cy="425610"/>
          </a:xfrm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BA622276-8801-B474-2C0C-2855BFFB5256}"/>
                </a:ext>
              </a:extLst>
            </p:cNvPr>
            <p:cNvSpPr/>
            <p:nvPr/>
          </p:nvSpPr>
          <p:spPr>
            <a:xfrm>
              <a:off x="0" y="0"/>
              <a:ext cx="1705121" cy="185552"/>
            </a:xfrm>
            <a:custGeom>
              <a:avLst/>
              <a:gdLst/>
              <a:ahLst/>
              <a:cxnLst/>
              <a:rect l="l" t="t" r="r" b="b"/>
              <a:pathLst>
                <a:path w="1705121" h="185552">
                  <a:moveTo>
                    <a:pt x="92776" y="0"/>
                  </a:moveTo>
                  <a:lnTo>
                    <a:pt x="1612345" y="0"/>
                  </a:lnTo>
                  <a:cubicBezTo>
                    <a:pt x="1636950" y="0"/>
                    <a:pt x="1660548" y="9775"/>
                    <a:pt x="1677947" y="27174"/>
                  </a:cubicBezTo>
                  <a:cubicBezTo>
                    <a:pt x="1695346" y="44572"/>
                    <a:pt x="1705121" y="68170"/>
                    <a:pt x="1705121" y="92776"/>
                  </a:cubicBezTo>
                  <a:lnTo>
                    <a:pt x="1705121" y="92776"/>
                  </a:lnTo>
                  <a:cubicBezTo>
                    <a:pt x="1705121" y="144015"/>
                    <a:pt x="1663584" y="185552"/>
                    <a:pt x="1612345" y="185552"/>
                  </a:cubicBezTo>
                  <a:lnTo>
                    <a:pt x="92776" y="185552"/>
                  </a:lnTo>
                  <a:cubicBezTo>
                    <a:pt x="68170" y="185552"/>
                    <a:pt x="44572" y="175778"/>
                    <a:pt x="27174" y="158379"/>
                  </a:cubicBezTo>
                  <a:cubicBezTo>
                    <a:pt x="9775" y="140980"/>
                    <a:pt x="0" y="117382"/>
                    <a:pt x="0" y="92776"/>
                  </a:cubicBezTo>
                  <a:lnTo>
                    <a:pt x="0" y="92776"/>
                  </a:lnTo>
                  <a:cubicBezTo>
                    <a:pt x="0" y="68170"/>
                    <a:pt x="9775" y="44572"/>
                    <a:pt x="27174" y="27174"/>
                  </a:cubicBezTo>
                  <a:cubicBezTo>
                    <a:pt x="44572" y="9775"/>
                    <a:pt x="68170" y="0"/>
                    <a:pt x="92776" y="0"/>
                  </a:cubicBezTo>
                  <a:close/>
                </a:path>
              </a:pathLst>
            </a:custGeom>
            <a:solidFill>
              <a:srgbClr val="FFF5F5"/>
            </a:solidFill>
            <a:ln w="9525" cap="rnd">
              <a:solidFill>
                <a:srgbClr val="92150B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TextBox 4">
              <a:extLst>
                <a:ext uri="{FF2B5EF4-FFF2-40B4-BE49-F238E27FC236}">
                  <a16:creationId xmlns:a16="http://schemas.microsoft.com/office/drawing/2014/main" id="{4F01A17C-6FB5-5CB0-4140-818194E62E2E}"/>
                </a:ext>
              </a:extLst>
            </p:cNvPr>
            <p:cNvSpPr txBox="1"/>
            <p:nvPr/>
          </p:nvSpPr>
          <p:spPr>
            <a:xfrm>
              <a:off x="0" y="-121930"/>
              <a:ext cx="1762280" cy="425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50">
                  <a:solidFill>
                    <a:srgbClr val="92150B"/>
                  </a:solidFill>
                  <a:latin typeface="Poppins"/>
                  <a:cs typeface="Poppins"/>
                  <a:sym typeface="Poppins"/>
                </a:rPr>
                <a:t>After Implementation  </a:t>
              </a:r>
              <a:endParaRPr lang="en-US"/>
            </a:p>
          </p:txBody>
        </p:sp>
      </p:grpSp>
      <p:sp>
        <p:nvSpPr>
          <p:cNvPr id="28" name="TextBox 11">
            <a:extLst>
              <a:ext uri="{FF2B5EF4-FFF2-40B4-BE49-F238E27FC236}">
                <a16:creationId xmlns:a16="http://schemas.microsoft.com/office/drawing/2014/main" id="{7221B18E-E1C9-5E25-FA50-4AF66B922331}"/>
              </a:ext>
            </a:extLst>
          </p:cNvPr>
          <p:cNvSpPr txBox="1"/>
          <p:nvPr/>
        </p:nvSpPr>
        <p:spPr>
          <a:xfrm>
            <a:off x="13896386" y="2264147"/>
            <a:ext cx="4047672" cy="55240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FFF5F5"/>
                </a:solidFill>
                <a:latin typeface="Poppins"/>
                <a:ea typeface="Poppins"/>
                <a:cs typeface="Poppins"/>
              </a:rPr>
              <a:t>All Data System Integrated</a:t>
            </a:r>
            <a:endParaRPr lang="en-US"/>
          </a:p>
          <a:p>
            <a:pPr marL="285750" indent="-285750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FFF5F5"/>
                </a:solidFill>
                <a:latin typeface="Poppins"/>
                <a:ea typeface="Poppins"/>
                <a:cs typeface="Poppins"/>
              </a:rPr>
              <a:t>A structured relationship among tickets, concession and customer</a:t>
            </a:r>
          </a:p>
          <a:p>
            <a:pPr marL="285750" indent="-285750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FFF5F5"/>
                </a:solidFill>
                <a:latin typeface="Poppins"/>
                <a:ea typeface="Poppins"/>
                <a:cs typeface="Poppins"/>
              </a:rPr>
              <a:t>CRM Solutions Implemented – better communication</a:t>
            </a:r>
          </a:p>
          <a:p>
            <a:pPr marL="285750" indent="-285750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FFF5F5"/>
                </a:solidFill>
                <a:latin typeface="Poppins"/>
                <a:ea typeface="Poppins"/>
                <a:cs typeface="Poppins"/>
              </a:rPr>
              <a:t>Complete customer communication through their life cycle</a:t>
            </a:r>
          </a:p>
          <a:p>
            <a:pPr marL="285750" indent="-285750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FFF5F5"/>
                </a:solidFill>
                <a:latin typeface="Poppins"/>
                <a:ea typeface="Poppins"/>
                <a:cs typeface="Poppins"/>
              </a:rPr>
              <a:t>Regular Marketing campaigns implemented</a:t>
            </a:r>
          </a:p>
          <a:p>
            <a:pPr marL="285750" indent="-285750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FFF5F5"/>
                </a:solidFill>
                <a:latin typeface="Poppins"/>
                <a:ea typeface="Poppins"/>
                <a:cs typeface="Poppins"/>
              </a:rPr>
              <a:t>New KPIs to drive the business</a:t>
            </a:r>
          </a:p>
          <a:p>
            <a:pPr marL="285750" indent="-285750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FFF5F5"/>
                </a:solidFill>
                <a:latin typeface="Poppins"/>
                <a:ea typeface="Poppins"/>
                <a:cs typeface="Poppins"/>
              </a:rPr>
              <a:t>Interactive Dashboards highlights overall performance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FFF5F5"/>
                </a:solidFill>
                <a:latin typeface="Poppins"/>
                <a:ea typeface="Poppins"/>
                <a:cs typeface="Poppins"/>
              </a:rPr>
              <a:t>Bar and New Drink Menu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FFF5F5"/>
                </a:solidFill>
                <a:latin typeface="Poppins"/>
                <a:ea typeface="Poppins"/>
                <a:cs typeface="Poppins"/>
              </a:rPr>
              <a:t>Unique and </a:t>
            </a:r>
            <a:r>
              <a:rPr lang="en-US" sz="1700" err="1">
                <a:solidFill>
                  <a:srgbClr val="FFF5F5"/>
                </a:solidFill>
                <a:latin typeface="Poppins"/>
                <a:ea typeface="Poppins"/>
                <a:cs typeface="Poppins"/>
              </a:rPr>
              <a:t>personalised</a:t>
            </a:r>
            <a:r>
              <a:rPr lang="en-US" sz="1700">
                <a:solidFill>
                  <a:srgbClr val="FFF5F5"/>
                </a:solidFill>
                <a:latin typeface="Poppins"/>
                <a:ea typeface="Poppins"/>
                <a:cs typeface="Poppins"/>
              </a:rPr>
              <a:t> experiences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FFF5F5"/>
                </a:solidFill>
                <a:latin typeface="Poppins"/>
                <a:ea typeface="Poppins"/>
                <a:cs typeface="Poppins"/>
              </a:rPr>
              <a:t>Stock control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 algn="just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endParaRPr lang="en-US" sz="1700">
              <a:solidFill>
                <a:srgbClr val="FFF5F5"/>
              </a:solidFill>
              <a:latin typeface="Poppins"/>
              <a:ea typeface="Calibri"/>
              <a:cs typeface="Poppins"/>
            </a:endParaRPr>
          </a:p>
        </p:txBody>
      </p:sp>
      <p:grpSp>
        <p:nvGrpSpPr>
          <p:cNvPr id="10" name="Group 2">
            <a:extLst>
              <a:ext uri="{FF2B5EF4-FFF2-40B4-BE49-F238E27FC236}">
                <a16:creationId xmlns:a16="http://schemas.microsoft.com/office/drawing/2014/main" id="{6062EFE1-CD8F-DFAC-AE9A-09D1822FD32F}"/>
              </a:ext>
            </a:extLst>
          </p:cNvPr>
          <p:cNvGrpSpPr/>
          <p:nvPr/>
        </p:nvGrpSpPr>
        <p:grpSpPr>
          <a:xfrm>
            <a:off x="8570307" y="6457004"/>
            <a:ext cx="4045209" cy="1312156"/>
            <a:chOff x="-57926" y="-121930"/>
            <a:chExt cx="1763047" cy="425610"/>
          </a:xfrm>
        </p:grpSpPr>
        <p:sp>
          <p:nvSpPr>
            <p:cNvPr id="12" name="Freeform 3">
              <a:extLst>
                <a:ext uri="{FF2B5EF4-FFF2-40B4-BE49-F238E27FC236}">
                  <a16:creationId xmlns:a16="http://schemas.microsoft.com/office/drawing/2014/main" id="{C859FAE8-96B2-38CB-2E42-6D20BC4FA786}"/>
                </a:ext>
              </a:extLst>
            </p:cNvPr>
            <p:cNvSpPr/>
            <p:nvPr/>
          </p:nvSpPr>
          <p:spPr>
            <a:xfrm>
              <a:off x="0" y="0"/>
              <a:ext cx="1705121" cy="185552"/>
            </a:xfrm>
            <a:custGeom>
              <a:avLst/>
              <a:gdLst/>
              <a:ahLst/>
              <a:cxnLst/>
              <a:rect l="l" t="t" r="r" b="b"/>
              <a:pathLst>
                <a:path w="1705121" h="185552">
                  <a:moveTo>
                    <a:pt x="92776" y="0"/>
                  </a:moveTo>
                  <a:lnTo>
                    <a:pt x="1612345" y="0"/>
                  </a:lnTo>
                  <a:cubicBezTo>
                    <a:pt x="1636950" y="0"/>
                    <a:pt x="1660548" y="9775"/>
                    <a:pt x="1677947" y="27174"/>
                  </a:cubicBezTo>
                  <a:cubicBezTo>
                    <a:pt x="1695346" y="44572"/>
                    <a:pt x="1705121" y="68170"/>
                    <a:pt x="1705121" y="92776"/>
                  </a:cubicBezTo>
                  <a:lnTo>
                    <a:pt x="1705121" y="92776"/>
                  </a:lnTo>
                  <a:cubicBezTo>
                    <a:pt x="1705121" y="144015"/>
                    <a:pt x="1663584" y="185552"/>
                    <a:pt x="1612345" y="185552"/>
                  </a:cubicBezTo>
                  <a:lnTo>
                    <a:pt x="92776" y="185552"/>
                  </a:lnTo>
                  <a:cubicBezTo>
                    <a:pt x="68170" y="185552"/>
                    <a:pt x="44572" y="175778"/>
                    <a:pt x="27174" y="158379"/>
                  </a:cubicBezTo>
                  <a:cubicBezTo>
                    <a:pt x="9775" y="140980"/>
                    <a:pt x="0" y="117382"/>
                    <a:pt x="0" y="92776"/>
                  </a:cubicBezTo>
                  <a:lnTo>
                    <a:pt x="0" y="92776"/>
                  </a:lnTo>
                  <a:cubicBezTo>
                    <a:pt x="0" y="68170"/>
                    <a:pt x="9775" y="44572"/>
                    <a:pt x="27174" y="27174"/>
                  </a:cubicBezTo>
                  <a:cubicBezTo>
                    <a:pt x="44572" y="9775"/>
                    <a:pt x="68170" y="0"/>
                    <a:pt x="92776" y="0"/>
                  </a:cubicBezTo>
                  <a:close/>
                </a:path>
              </a:pathLst>
            </a:custGeom>
            <a:solidFill>
              <a:srgbClr val="FFF5F5"/>
            </a:solidFill>
            <a:ln w="9525" cap="rnd">
              <a:solidFill>
                <a:srgbClr val="92150B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TextBox 4">
              <a:extLst>
                <a:ext uri="{FF2B5EF4-FFF2-40B4-BE49-F238E27FC236}">
                  <a16:creationId xmlns:a16="http://schemas.microsoft.com/office/drawing/2014/main" id="{E1D71DF9-85E5-D796-FA62-B8A1A4B70B7B}"/>
                </a:ext>
              </a:extLst>
            </p:cNvPr>
            <p:cNvSpPr txBox="1"/>
            <p:nvPr/>
          </p:nvSpPr>
          <p:spPr>
            <a:xfrm>
              <a:off x="-57926" y="-121930"/>
              <a:ext cx="1762280" cy="425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50">
                  <a:solidFill>
                    <a:srgbClr val="92150B"/>
                  </a:solidFill>
                  <a:latin typeface="Poppins"/>
                  <a:cs typeface="Poppins"/>
                  <a:sym typeface="Poppins"/>
                </a:rPr>
                <a:t>Future ?  </a:t>
              </a:r>
              <a:endParaRPr lang="en-US">
                <a:latin typeface="Poppins"/>
                <a:ea typeface="Calibri"/>
                <a:cs typeface="Poppins"/>
              </a:endParaRPr>
            </a:p>
          </p:txBody>
        </p:sp>
      </p:grpSp>
      <p:sp>
        <p:nvSpPr>
          <p:cNvPr id="8" name="TextBox 11">
            <a:extLst>
              <a:ext uri="{FF2B5EF4-FFF2-40B4-BE49-F238E27FC236}">
                <a16:creationId xmlns:a16="http://schemas.microsoft.com/office/drawing/2014/main" id="{ECF4ECE2-D4A9-ACB5-179D-F4648B296451}"/>
              </a:ext>
            </a:extLst>
          </p:cNvPr>
          <p:cNvSpPr txBox="1"/>
          <p:nvPr/>
        </p:nvSpPr>
        <p:spPr>
          <a:xfrm>
            <a:off x="8587676" y="7647138"/>
            <a:ext cx="4655343" cy="15229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FFF5F5"/>
                </a:solidFill>
                <a:latin typeface="Poppins"/>
                <a:cs typeface="Poppins"/>
              </a:rPr>
              <a:t>Cutting-edge Cinema Technology</a:t>
            </a:r>
            <a:endParaRPr lang="en-US"/>
          </a:p>
          <a:p>
            <a:pPr marL="285750" indent="-285750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FFF5F5"/>
                </a:solidFill>
                <a:latin typeface="Poppins"/>
                <a:ea typeface="Poppins"/>
                <a:cs typeface="Poppins"/>
              </a:rPr>
              <a:t>Interactive Mobile App</a:t>
            </a:r>
          </a:p>
          <a:p>
            <a:pPr marL="285750" indent="-285750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FFF5F5"/>
                </a:solidFill>
                <a:latin typeface="Poppins"/>
                <a:ea typeface="Calibri"/>
                <a:cs typeface="Poppins"/>
              </a:rPr>
              <a:t>Customer Loyalty Program</a:t>
            </a:r>
            <a:endParaRPr lang="en-US">
              <a:ea typeface="Calibri"/>
              <a:cs typeface="Calibri"/>
            </a:endParaRPr>
          </a:p>
          <a:p>
            <a:pPr marL="285750" indent="-285750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FFF5F5"/>
                </a:solidFill>
                <a:latin typeface="Poppins"/>
                <a:ea typeface="Poppins"/>
                <a:cs typeface="Poppins"/>
              </a:rPr>
              <a:t>Food &amp; Beverage Partnerships</a:t>
            </a:r>
          </a:p>
          <a:p>
            <a:pPr marL="285750" indent="-285750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FFF5F5"/>
                </a:solidFill>
                <a:latin typeface="Poppins"/>
                <a:ea typeface="Poppins"/>
                <a:cs typeface="Poppins"/>
              </a:rPr>
              <a:t>Atelier Product Shop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push/>
      </p:transition>
    </mc:Choice>
    <mc:Fallback>
      <p:transition spd="slow">
        <p:push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3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9504" y="3948"/>
            <a:ext cx="8290047" cy="10287000"/>
            <a:chOff x="0" y="0"/>
            <a:chExt cx="2183387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83387" cy="2709333"/>
            </a:xfrm>
            <a:custGeom>
              <a:avLst/>
              <a:gdLst/>
              <a:ahLst/>
              <a:cxnLst/>
              <a:rect l="l" t="t" r="r" b="b"/>
              <a:pathLst>
                <a:path w="2183387" h="2709333">
                  <a:moveTo>
                    <a:pt x="0" y="0"/>
                  </a:moveTo>
                  <a:lnTo>
                    <a:pt x="2183387" y="0"/>
                  </a:lnTo>
                  <a:lnTo>
                    <a:pt x="218338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5F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83387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546984" y="8498406"/>
            <a:ext cx="1432812" cy="759894"/>
            <a:chOff x="0" y="-57150"/>
            <a:chExt cx="377366" cy="2001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7366" cy="142987"/>
            </a:xfrm>
            <a:custGeom>
              <a:avLst/>
              <a:gdLst/>
              <a:ahLst/>
              <a:cxnLst/>
              <a:rect l="l" t="t" r="r" b="b"/>
              <a:pathLst>
                <a:path w="377366" h="142987">
                  <a:moveTo>
                    <a:pt x="0" y="0"/>
                  </a:moveTo>
                  <a:lnTo>
                    <a:pt x="377366" y="0"/>
                  </a:lnTo>
                  <a:lnTo>
                    <a:pt x="377366" y="142987"/>
                  </a:lnTo>
                  <a:lnTo>
                    <a:pt x="0" y="142987"/>
                  </a:lnTo>
                  <a:close/>
                </a:path>
              </a:pathLst>
            </a:custGeom>
            <a:solidFill>
              <a:srgbClr val="FEDBDB"/>
            </a:solidFill>
            <a:ln w="9525" cap="sq">
              <a:solidFill>
                <a:srgbClr val="92150B"/>
              </a:solidFill>
              <a:prstDash val="solid"/>
              <a:miter/>
            </a:ln>
          </p:spPr>
          <p:txBody>
            <a:bodyPr lIns="91440" tIns="45720" rIns="91440" bIns="45720" anchor="t"/>
            <a:lstStyle/>
            <a:p>
              <a:pPr algn="ctr"/>
              <a:r>
                <a:rPr lang="en-GB" sz="1700">
                  <a:latin typeface="Poppins"/>
                  <a:ea typeface="Calibri"/>
                  <a:cs typeface="Poppins"/>
                </a:rPr>
                <a:t>Dining</a:t>
              </a:r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377366" cy="200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 lang="en-US" sz="1700">
                <a:solidFill>
                  <a:srgbClr val="92150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065520" y="8498406"/>
            <a:ext cx="1432812" cy="759894"/>
            <a:chOff x="0" y="-57150"/>
            <a:chExt cx="377366" cy="20013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7366" cy="142987"/>
            </a:xfrm>
            <a:custGeom>
              <a:avLst/>
              <a:gdLst/>
              <a:ahLst/>
              <a:cxnLst/>
              <a:rect l="l" t="t" r="r" b="b"/>
              <a:pathLst>
                <a:path w="377366" h="142987">
                  <a:moveTo>
                    <a:pt x="0" y="0"/>
                  </a:moveTo>
                  <a:lnTo>
                    <a:pt x="377366" y="0"/>
                  </a:lnTo>
                  <a:lnTo>
                    <a:pt x="377366" y="142987"/>
                  </a:lnTo>
                  <a:lnTo>
                    <a:pt x="0" y="142987"/>
                  </a:lnTo>
                  <a:close/>
                </a:path>
              </a:pathLst>
            </a:custGeom>
            <a:solidFill>
              <a:srgbClr val="FFE7E7"/>
            </a:solidFill>
            <a:ln w="9525" cap="sq">
              <a:solidFill>
                <a:srgbClr val="92150B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377366" cy="200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r>
                <a:rPr lang="en-US" sz="1700">
                  <a:solidFill>
                    <a:srgbClr val="92150B"/>
                  </a:solidFill>
                  <a:latin typeface="Poppins"/>
                  <a:cs typeface="Poppins"/>
                </a:rPr>
                <a:t>Curation</a:t>
              </a:r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0695" y="8498406"/>
            <a:ext cx="1432812" cy="759894"/>
            <a:chOff x="0" y="-57150"/>
            <a:chExt cx="377366" cy="20013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77366" cy="142987"/>
            </a:xfrm>
            <a:custGeom>
              <a:avLst/>
              <a:gdLst/>
              <a:ahLst/>
              <a:cxnLst/>
              <a:rect l="l" t="t" r="r" b="b"/>
              <a:pathLst>
                <a:path w="377366" h="142987">
                  <a:moveTo>
                    <a:pt x="0" y="0"/>
                  </a:moveTo>
                  <a:lnTo>
                    <a:pt x="377366" y="0"/>
                  </a:lnTo>
                  <a:lnTo>
                    <a:pt x="377366" y="142987"/>
                  </a:lnTo>
                  <a:lnTo>
                    <a:pt x="0" y="142987"/>
                  </a:lnTo>
                  <a:close/>
                </a:path>
              </a:pathLst>
            </a:custGeom>
            <a:solidFill>
              <a:srgbClr val="FFC8C8"/>
            </a:solidFill>
            <a:ln w="9525" cap="sq">
              <a:solidFill>
                <a:srgbClr val="92150B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377366" cy="200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r>
                <a:rPr lang="en-US" sz="1700">
                  <a:solidFill>
                    <a:srgbClr val="92150B"/>
                  </a:solidFill>
                  <a:latin typeface="Poppins"/>
                  <a:ea typeface="Poppins"/>
                  <a:cs typeface="Poppins"/>
                </a:rPr>
                <a:t>Cinema</a:t>
              </a:r>
              <a:endParaRPr lang="en-US" sz="1700">
                <a:solidFill>
                  <a:srgbClr val="92150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584057" y="8498406"/>
            <a:ext cx="1432812" cy="75989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80"/>
              </a:lnSpc>
            </a:pPr>
            <a:endParaRPr lang="en-US" sz="1700">
              <a:solidFill>
                <a:srgbClr val="92150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9099672" y="-380619"/>
            <a:ext cx="8362188" cy="11048238"/>
            <a:chOff x="0" y="0"/>
            <a:chExt cx="2202387" cy="290982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202387" cy="2909824"/>
            </a:xfrm>
            <a:custGeom>
              <a:avLst/>
              <a:gdLst/>
              <a:ahLst/>
              <a:cxnLst/>
              <a:rect l="l" t="t" r="r" b="b"/>
              <a:pathLst>
                <a:path w="2202387" h="2909824">
                  <a:moveTo>
                    <a:pt x="0" y="0"/>
                  </a:moveTo>
                  <a:lnTo>
                    <a:pt x="2202387" y="0"/>
                  </a:lnTo>
                  <a:lnTo>
                    <a:pt x="2202387" y="2909824"/>
                  </a:lnTo>
                  <a:lnTo>
                    <a:pt x="0" y="2909824"/>
                  </a:lnTo>
                  <a:close/>
                </a:path>
              </a:pathLst>
            </a:custGeom>
            <a:ln w="19050" cap="sq">
              <a:solidFill>
                <a:srgbClr val="FFF5F5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2202387" cy="2966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451961" y="6952778"/>
            <a:ext cx="6558807" cy="1177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9208" b="1" spc="-441">
                <a:solidFill>
                  <a:srgbClr val="92150B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Thank you</a:t>
            </a:r>
          </a:p>
        </p:txBody>
      </p:sp>
      <p:grpSp>
        <p:nvGrpSpPr>
          <p:cNvPr id="32" name="Group 10">
            <a:extLst>
              <a:ext uri="{FF2B5EF4-FFF2-40B4-BE49-F238E27FC236}">
                <a16:creationId xmlns:a16="http://schemas.microsoft.com/office/drawing/2014/main" id="{D5EA5D12-E6C5-A91E-6DFE-050C89F17556}"/>
              </a:ext>
            </a:extLst>
          </p:cNvPr>
          <p:cNvGrpSpPr/>
          <p:nvPr/>
        </p:nvGrpSpPr>
        <p:grpSpPr>
          <a:xfrm>
            <a:off x="10903125" y="1089147"/>
            <a:ext cx="5155037" cy="8108705"/>
            <a:chOff x="0" y="0"/>
            <a:chExt cx="282225" cy="443930"/>
          </a:xfrm>
        </p:grpSpPr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184E2F2A-1FD2-79E4-959C-876C1AD16D03}"/>
                </a:ext>
              </a:extLst>
            </p:cNvPr>
            <p:cNvSpPr/>
            <p:nvPr/>
          </p:nvSpPr>
          <p:spPr>
            <a:xfrm>
              <a:off x="0" y="0"/>
              <a:ext cx="282225" cy="443930"/>
            </a:xfrm>
            <a:custGeom>
              <a:avLst/>
              <a:gdLst/>
              <a:ahLst/>
              <a:cxnLst/>
              <a:rect l="l" t="t" r="r" b="b"/>
              <a:pathLst>
                <a:path w="282225" h="443930">
                  <a:moveTo>
                    <a:pt x="141112" y="0"/>
                  </a:moveTo>
                  <a:lnTo>
                    <a:pt x="141112" y="0"/>
                  </a:lnTo>
                  <a:cubicBezTo>
                    <a:pt x="178538" y="0"/>
                    <a:pt x="214430" y="14867"/>
                    <a:pt x="240894" y="41331"/>
                  </a:cubicBezTo>
                  <a:cubicBezTo>
                    <a:pt x="267358" y="67795"/>
                    <a:pt x="282225" y="103687"/>
                    <a:pt x="282225" y="141112"/>
                  </a:cubicBezTo>
                  <a:lnTo>
                    <a:pt x="282225" y="302818"/>
                  </a:lnTo>
                  <a:cubicBezTo>
                    <a:pt x="282225" y="340243"/>
                    <a:pt x="267358" y="376136"/>
                    <a:pt x="240894" y="402600"/>
                  </a:cubicBezTo>
                  <a:cubicBezTo>
                    <a:pt x="214430" y="429063"/>
                    <a:pt x="178538" y="443930"/>
                    <a:pt x="141112" y="443930"/>
                  </a:cubicBezTo>
                  <a:lnTo>
                    <a:pt x="141112" y="443930"/>
                  </a:lnTo>
                  <a:cubicBezTo>
                    <a:pt x="103687" y="443930"/>
                    <a:pt x="67795" y="429063"/>
                    <a:pt x="41331" y="402600"/>
                  </a:cubicBezTo>
                  <a:cubicBezTo>
                    <a:pt x="14867" y="376136"/>
                    <a:pt x="0" y="340243"/>
                    <a:pt x="0" y="302818"/>
                  </a:cubicBezTo>
                  <a:lnTo>
                    <a:pt x="0" y="141112"/>
                  </a:lnTo>
                  <a:cubicBezTo>
                    <a:pt x="0" y="103687"/>
                    <a:pt x="14867" y="67795"/>
                    <a:pt x="41331" y="41331"/>
                  </a:cubicBezTo>
                  <a:cubicBezTo>
                    <a:pt x="67795" y="14867"/>
                    <a:pt x="103687" y="0"/>
                    <a:pt x="141112" y="0"/>
                  </a:cubicBezTo>
                  <a:close/>
                </a:path>
              </a:pathLst>
            </a:custGeom>
            <a:solidFill>
              <a:srgbClr val="FFC4B7"/>
            </a:solidFill>
            <a:ln w="19050" cap="rnd">
              <a:solidFill>
                <a:srgbClr val="AD4932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TextBox 12">
              <a:extLst>
                <a:ext uri="{FF2B5EF4-FFF2-40B4-BE49-F238E27FC236}">
                  <a16:creationId xmlns:a16="http://schemas.microsoft.com/office/drawing/2014/main" id="{5BF875C4-EFE4-F42E-84AC-9EF7A951D41B}"/>
                </a:ext>
              </a:extLst>
            </p:cNvPr>
            <p:cNvSpPr txBox="1"/>
            <p:nvPr/>
          </p:nvSpPr>
          <p:spPr>
            <a:xfrm>
              <a:off x="0" y="-57150"/>
              <a:ext cx="282225" cy="501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sp>
        <p:nvSpPr>
          <p:cNvPr id="35" name="Freeform 13">
            <a:extLst>
              <a:ext uri="{FF2B5EF4-FFF2-40B4-BE49-F238E27FC236}">
                <a16:creationId xmlns:a16="http://schemas.microsoft.com/office/drawing/2014/main" id="{F5E59D7C-9AA6-985E-0B6F-6DBB88A0F475}"/>
              </a:ext>
            </a:extLst>
          </p:cNvPr>
          <p:cNvSpPr/>
          <p:nvPr/>
        </p:nvSpPr>
        <p:spPr>
          <a:xfrm>
            <a:off x="11298179" y="3761636"/>
            <a:ext cx="5959126" cy="3196258"/>
          </a:xfrm>
          <a:custGeom>
            <a:avLst/>
            <a:gdLst/>
            <a:ahLst/>
            <a:cxnLst/>
            <a:rect l="l" t="t" r="r" b="b"/>
            <a:pathLst>
              <a:path w="5959126" h="3196258">
                <a:moveTo>
                  <a:pt x="0" y="0"/>
                </a:moveTo>
                <a:lnTo>
                  <a:pt x="5959125" y="0"/>
                </a:lnTo>
                <a:lnTo>
                  <a:pt x="5959125" y="3196258"/>
                </a:lnTo>
                <a:lnTo>
                  <a:pt x="0" y="3196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sh/>
      </p:transition>
    </mc:Choice>
    <mc:Fallback>
      <p:transition spd="slow">
        <p:push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8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</dc:title>
  <cp:revision>1</cp:revision>
  <dcterms:created xsi:type="dcterms:W3CDTF">2006-08-16T00:00:00Z</dcterms:created>
  <dcterms:modified xsi:type="dcterms:W3CDTF">2026-04-23T19:33:36Z</dcterms:modified>
  <dc:identifier>DAHHD8hFDck</dc:identifier>
</cp:coreProperties>
</file>